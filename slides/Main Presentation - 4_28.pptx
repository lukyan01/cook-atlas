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Bebas Neue"/>
      <p:regular r:id="rId17"/>
    </p:embeddedFont>
    <p:embeddedFont>
      <p:font typeface="Permanent Marker"/>
      <p:regular r:id="rId18"/>
    </p:embeddedFont>
    <p:embeddedFont>
      <p:font typeface="IBM Plex Mono"/>
      <p:regular r:id="rId19"/>
      <p:bold r:id="rId20"/>
      <p:italic r:id="rId21"/>
      <p:boldItalic r:id="rId22"/>
    </p:embeddedFont>
    <p:embeddedFont>
      <p:font typeface="Comforta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Mono-bold.fntdata"/><Relationship Id="rId22" Type="http://schemas.openxmlformats.org/officeDocument/2006/relationships/font" Target="fonts/IBMPlexMono-boldItalic.fntdata"/><Relationship Id="rId21" Type="http://schemas.openxmlformats.org/officeDocument/2006/relationships/font" Target="fonts/IBMPlexMono-italic.fntdata"/><Relationship Id="rId24" Type="http://schemas.openxmlformats.org/officeDocument/2006/relationships/font" Target="fonts/Comfortaa-bold.fntdata"/><Relationship Id="rId23" Type="http://schemas.openxmlformats.org/officeDocument/2006/relationships/font" Target="fonts/Comforta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BebasNeue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IBMPlexMono-regular.fntdata"/><Relationship Id="rId18" Type="http://schemas.openxmlformats.org/officeDocument/2006/relationships/font" Target="fonts/PermanentMark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9" name="Shape 5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0" name="Google Shape;5780;g350719a1583_0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1" name="Google Shape;5781;g350719a1583_0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5" name="Shape 5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6" name="Google Shape;5786;g350719a1583_0_6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7" name="Google Shape;5787;g350719a1583_0_6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6" name="Shape 5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7" name="Google Shape;5797;g350e86e49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8" name="Google Shape;5798;g350e86e49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7" name="Shape 5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8" name="Google Shape;5808;g350e86e496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9" name="Google Shape;5809;g350e86e496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0" name="Shape 5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1" name="Google Shape;5821;g350719a1583_0_6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2" name="Google Shape;5822;g350719a1583_0_6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6" name="Shape 5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7" name="Google Shape;5827;g350719a1583_0_6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8" name="Google Shape;5828;g350719a1583_0_6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2" name="Shape 5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3" name="Google Shape;5833;g350719a1583_0_6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4" name="Google Shape;5834;g350719a1583_0_6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nadian Recipes Workshop by Slidesgo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" name="Google Shape;25;p2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" name="Google Shape;32;p2"/>
          <p:cNvGrpSpPr/>
          <p:nvPr/>
        </p:nvGrpSpPr>
        <p:grpSpPr>
          <a:xfrm>
            <a:off x="-306400" y="4873700"/>
            <a:ext cx="10718550" cy="117400"/>
            <a:chOff x="-295125" y="5026100"/>
            <a:chExt cx="10718550" cy="117400"/>
          </a:xfrm>
        </p:grpSpPr>
        <p:sp>
          <p:nvSpPr>
            <p:cNvPr id="33" name="Google Shape;33;p2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" name="Google Shape;34;p2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35" name="Google Shape;35;p2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36" name="Google Shape;36;p2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" name="Google Shape;39;p2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" name="Google Shape;40;p2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" name="Google Shape;42;p2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" name="Google Shape;43;p2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" name="Google Shape;44;p2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0" name="Google Shape;50;p2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51" name="Google Shape;51;p2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" name="Google Shape;56;p2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" name="Google Shape;57;p2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" name="Google Shape;60;p2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" name="Google Shape;61;p2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" name="Google Shape;62;p2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" name="Google Shape;63;p2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" name="Google Shape;64;p2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5" name="Google Shape;65;p2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66" name="Google Shape;66;p2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67" name="Google Shape;67;p2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" name="Google Shape;68;p2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" name="Google Shape;69;p2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" name="Google Shape;70;p2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" name="Google Shape;71;p2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" name="Google Shape;72;p2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" name="Google Shape;73;p2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" name="Google Shape;74;p2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" name="Google Shape;75;p2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" name="Google Shape;79;p2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" name="Google Shape;80;p2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" name="Google Shape;81;p2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82" name="Google Shape;82;p2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" name="Google Shape;83;p2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" name="Google Shape;86;p2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" name="Google Shape;88;p2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6" name="Google Shape;96;p2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97" name="Google Shape;97;p2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98" name="Google Shape;98;p2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" name="Google Shape;100;p2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" name="Google Shape;101;p2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" name="Google Shape;102;p2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" name="Google Shape;103;p2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" name="Google Shape;104;p2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" name="Google Shape;105;p2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" name="Google Shape;106;p2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" name="Google Shape;107;p2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" name="Google Shape;108;p2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" name="Google Shape;109;p2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" name="Google Shape;110;p2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" name="Google Shape;111;p2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2" name="Google Shape;112;p2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113" name="Google Shape;113;p2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" name="Google Shape;114;p2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" name="Google Shape;115;p2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" name="Google Shape;116;p2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" name="Google Shape;117;p2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" name="Google Shape;118;p2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" name="Google Shape;119;p2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" name="Google Shape;120;p2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" name="Google Shape;121;p2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" name="Google Shape;122;p2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" name="Google Shape;123;p2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" name="Google Shape;124;p2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" name="Google Shape;125;p2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" name="Google Shape;126;p2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7" name="Google Shape;127;p2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128" name="Google Shape;128;p2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2" name="Google Shape;142;p2"/>
          <p:cNvGrpSpPr/>
          <p:nvPr/>
        </p:nvGrpSpPr>
        <p:grpSpPr>
          <a:xfrm>
            <a:off x="-152450" y="178825"/>
            <a:ext cx="9504988" cy="86625"/>
            <a:chOff x="-180675" y="4763425"/>
            <a:chExt cx="9504988" cy="86625"/>
          </a:xfrm>
        </p:grpSpPr>
        <p:sp>
          <p:nvSpPr>
            <p:cNvPr id="143" name="Google Shape;143;p2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4" name="Google Shape;144;p2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145" name="Google Shape;145;p2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2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160" name="Google Shape;160;p2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2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175" name="Google Shape;175;p2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2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190" name="Google Shape;190;p2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4" name="Google Shape;204;p2"/>
          <p:cNvSpPr/>
          <p:nvPr/>
        </p:nvSpPr>
        <p:spPr>
          <a:xfrm rot="717602">
            <a:off x="91507" y="3316024"/>
            <a:ext cx="1139708" cy="1002363"/>
          </a:xfrm>
          <a:custGeom>
            <a:rect b="b" l="l" r="r" t="t"/>
            <a:pathLst>
              <a:path extrusionOk="0" h="43689" w="49670">
                <a:moveTo>
                  <a:pt x="6772" y="867"/>
                </a:moveTo>
                <a:cubicBezTo>
                  <a:pt x="7139" y="1401"/>
                  <a:pt x="6905" y="1935"/>
                  <a:pt x="6939" y="2469"/>
                </a:cubicBezTo>
                <a:cubicBezTo>
                  <a:pt x="6972" y="2936"/>
                  <a:pt x="6639" y="3536"/>
                  <a:pt x="7272" y="3736"/>
                </a:cubicBezTo>
                <a:cubicBezTo>
                  <a:pt x="7347" y="3763"/>
                  <a:pt x="7414" y="3774"/>
                  <a:pt x="7475" y="3774"/>
                </a:cubicBezTo>
                <a:cubicBezTo>
                  <a:pt x="7876" y="3774"/>
                  <a:pt x="7999" y="3259"/>
                  <a:pt x="8173" y="2969"/>
                </a:cubicBezTo>
                <a:cubicBezTo>
                  <a:pt x="8707" y="2268"/>
                  <a:pt x="9341" y="1768"/>
                  <a:pt x="10108" y="1401"/>
                </a:cubicBezTo>
                <a:cubicBezTo>
                  <a:pt x="10241" y="1312"/>
                  <a:pt x="10404" y="1208"/>
                  <a:pt x="10567" y="1208"/>
                </a:cubicBezTo>
                <a:cubicBezTo>
                  <a:pt x="10649" y="1208"/>
                  <a:pt x="10730" y="1234"/>
                  <a:pt x="10808" y="1301"/>
                </a:cubicBezTo>
                <a:cubicBezTo>
                  <a:pt x="11075" y="1535"/>
                  <a:pt x="10875" y="1768"/>
                  <a:pt x="10775" y="2035"/>
                </a:cubicBezTo>
                <a:cubicBezTo>
                  <a:pt x="10441" y="3036"/>
                  <a:pt x="9741" y="3936"/>
                  <a:pt x="9841" y="5104"/>
                </a:cubicBezTo>
                <a:cubicBezTo>
                  <a:pt x="9908" y="5437"/>
                  <a:pt x="9574" y="5304"/>
                  <a:pt x="9407" y="5371"/>
                </a:cubicBezTo>
                <a:cubicBezTo>
                  <a:pt x="7573" y="5738"/>
                  <a:pt x="6005" y="6605"/>
                  <a:pt x="4904" y="8106"/>
                </a:cubicBezTo>
                <a:cubicBezTo>
                  <a:pt x="4786" y="8295"/>
                  <a:pt x="4684" y="8384"/>
                  <a:pt x="4529" y="8384"/>
                </a:cubicBezTo>
                <a:cubicBezTo>
                  <a:pt x="4464" y="8384"/>
                  <a:pt x="4391" y="8369"/>
                  <a:pt x="4304" y="8339"/>
                </a:cubicBezTo>
                <a:cubicBezTo>
                  <a:pt x="3436" y="8039"/>
                  <a:pt x="2536" y="7706"/>
                  <a:pt x="1735" y="7205"/>
                </a:cubicBezTo>
                <a:cubicBezTo>
                  <a:pt x="935" y="6705"/>
                  <a:pt x="701" y="6004"/>
                  <a:pt x="1035" y="5104"/>
                </a:cubicBezTo>
                <a:cubicBezTo>
                  <a:pt x="1235" y="4603"/>
                  <a:pt x="1435" y="4103"/>
                  <a:pt x="1735" y="3669"/>
                </a:cubicBezTo>
                <a:cubicBezTo>
                  <a:pt x="2063" y="3177"/>
                  <a:pt x="2311" y="2927"/>
                  <a:pt x="2553" y="2927"/>
                </a:cubicBezTo>
                <a:cubicBezTo>
                  <a:pt x="2803" y="2927"/>
                  <a:pt x="3048" y="3194"/>
                  <a:pt x="3370" y="3736"/>
                </a:cubicBezTo>
                <a:cubicBezTo>
                  <a:pt x="3603" y="4170"/>
                  <a:pt x="3803" y="4570"/>
                  <a:pt x="4103" y="4937"/>
                </a:cubicBezTo>
                <a:cubicBezTo>
                  <a:pt x="4285" y="5209"/>
                  <a:pt x="4384" y="5618"/>
                  <a:pt x="4724" y="5618"/>
                </a:cubicBezTo>
                <a:cubicBezTo>
                  <a:pt x="4759" y="5618"/>
                  <a:pt x="4797" y="5614"/>
                  <a:pt x="4837" y="5604"/>
                </a:cubicBezTo>
                <a:cubicBezTo>
                  <a:pt x="5304" y="5537"/>
                  <a:pt x="5271" y="5070"/>
                  <a:pt x="5304" y="4737"/>
                </a:cubicBezTo>
                <a:cubicBezTo>
                  <a:pt x="5471" y="3936"/>
                  <a:pt x="5605" y="3169"/>
                  <a:pt x="5805" y="2402"/>
                </a:cubicBezTo>
                <a:cubicBezTo>
                  <a:pt x="5971" y="1835"/>
                  <a:pt x="6205" y="1234"/>
                  <a:pt x="6772" y="867"/>
                </a:cubicBezTo>
                <a:close/>
                <a:moveTo>
                  <a:pt x="9347" y="6060"/>
                </a:moveTo>
                <a:cubicBezTo>
                  <a:pt x="9474" y="6060"/>
                  <a:pt x="9588" y="6114"/>
                  <a:pt x="9641" y="6271"/>
                </a:cubicBezTo>
                <a:cubicBezTo>
                  <a:pt x="9741" y="6538"/>
                  <a:pt x="9541" y="6638"/>
                  <a:pt x="9307" y="6738"/>
                </a:cubicBezTo>
                <a:cubicBezTo>
                  <a:pt x="7873" y="7172"/>
                  <a:pt x="6572" y="8006"/>
                  <a:pt x="5204" y="9173"/>
                </a:cubicBezTo>
                <a:cubicBezTo>
                  <a:pt x="5598" y="7960"/>
                  <a:pt x="8184" y="6069"/>
                  <a:pt x="9190" y="6069"/>
                </a:cubicBezTo>
                <a:cubicBezTo>
                  <a:pt x="9207" y="6069"/>
                  <a:pt x="9224" y="6070"/>
                  <a:pt x="9240" y="6071"/>
                </a:cubicBezTo>
                <a:cubicBezTo>
                  <a:pt x="9276" y="6064"/>
                  <a:pt x="9312" y="6060"/>
                  <a:pt x="9347" y="6060"/>
                </a:cubicBezTo>
                <a:close/>
                <a:moveTo>
                  <a:pt x="15802" y="14128"/>
                </a:moveTo>
                <a:cubicBezTo>
                  <a:pt x="15975" y="14128"/>
                  <a:pt x="16128" y="14250"/>
                  <a:pt x="16312" y="14544"/>
                </a:cubicBezTo>
                <a:cubicBezTo>
                  <a:pt x="16813" y="15411"/>
                  <a:pt x="16979" y="15912"/>
                  <a:pt x="15778" y="16379"/>
                </a:cubicBezTo>
                <a:cubicBezTo>
                  <a:pt x="14244" y="17012"/>
                  <a:pt x="13143" y="18347"/>
                  <a:pt x="11976" y="19514"/>
                </a:cubicBezTo>
                <a:cubicBezTo>
                  <a:pt x="12576" y="17413"/>
                  <a:pt x="13577" y="15611"/>
                  <a:pt x="15311" y="14344"/>
                </a:cubicBezTo>
                <a:cubicBezTo>
                  <a:pt x="15506" y="14209"/>
                  <a:pt x="15661" y="14128"/>
                  <a:pt x="15802" y="14128"/>
                </a:cubicBezTo>
                <a:close/>
                <a:moveTo>
                  <a:pt x="23033" y="22547"/>
                </a:moveTo>
                <a:cubicBezTo>
                  <a:pt x="23109" y="22547"/>
                  <a:pt x="23200" y="22592"/>
                  <a:pt x="23317" y="22683"/>
                </a:cubicBezTo>
                <a:cubicBezTo>
                  <a:pt x="23784" y="23017"/>
                  <a:pt x="24285" y="23283"/>
                  <a:pt x="24785" y="23684"/>
                </a:cubicBezTo>
                <a:cubicBezTo>
                  <a:pt x="23117" y="24551"/>
                  <a:pt x="22817" y="26252"/>
                  <a:pt x="22083" y="27987"/>
                </a:cubicBezTo>
                <a:cubicBezTo>
                  <a:pt x="21883" y="26052"/>
                  <a:pt x="22150" y="24418"/>
                  <a:pt x="22750" y="22883"/>
                </a:cubicBezTo>
                <a:cubicBezTo>
                  <a:pt x="22832" y="22659"/>
                  <a:pt x="22913" y="22547"/>
                  <a:pt x="23033" y="22547"/>
                </a:cubicBezTo>
                <a:close/>
                <a:moveTo>
                  <a:pt x="43206" y="33789"/>
                </a:moveTo>
                <a:cubicBezTo>
                  <a:pt x="43225" y="33789"/>
                  <a:pt x="43244" y="33790"/>
                  <a:pt x="43265" y="33791"/>
                </a:cubicBezTo>
                <a:cubicBezTo>
                  <a:pt x="43665" y="33858"/>
                  <a:pt x="43999" y="34091"/>
                  <a:pt x="44065" y="34525"/>
                </a:cubicBezTo>
                <a:cubicBezTo>
                  <a:pt x="44232" y="35425"/>
                  <a:pt x="42731" y="38094"/>
                  <a:pt x="41830" y="38428"/>
                </a:cubicBezTo>
                <a:cubicBezTo>
                  <a:pt x="41647" y="38494"/>
                  <a:pt x="41438" y="38561"/>
                  <a:pt x="41247" y="38561"/>
                </a:cubicBezTo>
                <a:cubicBezTo>
                  <a:pt x="41055" y="38561"/>
                  <a:pt x="40880" y="38494"/>
                  <a:pt x="40763" y="38294"/>
                </a:cubicBezTo>
                <a:cubicBezTo>
                  <a:pt x="40463" y="37861"/>
                  <a:pt x="40996" y="37727"/>
                  <a:pt x="41230" y="37460"/>
                </a:cubicBezTo>
                <a:cubicBezTo>
                  <a:pt x="42064" y="36693"/>
                  <a:pt x="42564" y="35726"/>
                  <a:pt x="42764" y="34558"/>
                </a:cubicBezTo>
                <a:cubicBezTo>
                  <a:pt x="42797" y="34236"/>
                  <a:pt x="42673" y="33789"/>
                  <a:pt x="43206" y="33789"/>
                </a:cubicBezTo>
                <a:close/>
                <a:moveTo>
                  <a:pt x="10743" y="7423"/>
                </a:moveTo>
                <a:cubicBezTo>
                  <a:pt x="10856" y="7423"/>
                  <a:pt x="10967" y="7428"/>
                  <a:pt x="11075" y="7439"/>
                </a:cubicBezTo>
                <a:cubicBezTo>
                  <a:pt x="12743" y="7606"/>
                  <a:pt x="13644" y="8773"/>
                  <a:pt x="14344" y="10174"/>
                </a:cubicBezTo>
                <a:cubicBezTo>
                  <a:pt x="14611" y="10608"/>
                  <a:pt x="14778" y="11075"/>
                  <a:pt x="14978" y="11575"/>
                </a:cubicBezTo>
                <a:cubicBezTo>
                  <a:pt x="15245" y="12142"/>
                  <a:pt x="15612" y="12709"/>
                  <a:pt x="15645" y="13276"/>
                </a:cubicBezTo>
                <a:cubicBezTo>
                  <a:pt x="15678" y="14077"/>
                  <a:pt x="14744" y="13743"/>
                  <a:pt x="14311" y="14110"/>
                </a:cubicBezTo>
                <a:cubicBezTo>
                  <a:pt x="12443" y="15711"/>
                  <a:pt x="11409" y="17780"/>
                  <a:pt x="10842" y="20115"/>
                </a:cubicBezTo>
                <a:cubicBezTo>
                  <a:pt x="10775" y="20448"/>
                  <a:pt x="10775" y="20815"/>
                  <a:pt x="11175" y="20948"/>
                </a:cubicBezTo>
                <a:cubicBezTo>
                  <a:pt x="11255" y="20973"/>
                  <a:pt x="11331" y="20984"/>
                  <a:pt x="11404" y="20984"/>
                </a:cubicBezTo>
                <a:cubicBezTo>
                  <a:pt x="11730" y="20984"/>
                  <a:pt x="11997" y="20766"/>
                  <a:pt x="12243" y="20548"/>
                </a:cubicBezTo>
                <a:cubicBezTo>
                  <a:pt x="13277" y="19514"/>
                  <a:pt x="14311" y="18447"/>
                  <a:pt x="15612" y="17613"/>
                </a:cubicBezTo>
                <a:cubicBezTo>
                  <a:pt x="16353" y="17144"/>
                  <a:pt x="16758" y="16887"/>
                  <a:pt x="17079" y="16887"/>
                </a:cubicBezTo>
                <a:cubicBezTo>
                  <a:pt x="17466" y="16887"/>
                  <a:pt x="17730" y="17259"/>
                  <a:pt x="18314" y="18080"/>
                </a:cubicBezTo>
                <a:cubicBezTo>
                  <a:pt x="19314" y="19447"/>
                  <a:pt x="20482" y="20615"/>
                  <a:pt x="21849" y="21582"/>
                </a:cubicBezTo>
                <a:cubicBezTo>
                  <a:pt x="22350" y="21949"/>
                  <a:pt x="22450" y="22216"/>
                  <a:pt x="22183" y="22783"/>
                </a:cubicBezTo>
                <a:cubicBezTo>
                  <a:pt x="21349" y="24551"/>
                  <a:pt x="21149" y="26419"/>
                  <a:pt x="21449" y="28287"/>
                </a:cubicBezTo>
                <a:cubicBezTo>
                  <a:pt x="21516" y="28721"/>
                  <a:pt x="21516" y="29288"/>
                  <a:pt x="22083" y="29321"/>
                </a:cubicBezTo>
                <a:cubicBezTo>
                  <a:pt x="22110" y="29325"/>
                  <a:pt x="22136" y="29326"/>
                  <a:pt x="22161" y="29326"/>
                </a:cubicBezTo>
                <a:cubicBezTo>
                  <a:pt x="22587" y="29326"/>
                  <a:pt x="22620" y="28801"/>
                  <a:pt x="22683" y="28454"/>
                </a:cubicBezTo>
                <a:cubicBezTo>
                  <a:pt x="23084" y="26886"/>
                  <a:pt x="23951" y="25552"/>
                  <a:pt x="24752" y="24151"/>
                </a:cubicBezTo>
                <a:cubicBezTo>
                  <a:pt x="24855" y="23944"/>
                  <a:pt x="24958" y="23853"/>
                  <a:pt x="25101" y="23853"/>
                </a:cubicBezTo>
                <a:cubicBezTo>
                  <a:pt x="25189" y="23853"/>
                  <a:pt x="25292" y="23887"/>
                  <a:pt x="25419" y="23951"/>
                </a:cubicBezTo>
                <a:cubicBezTo>
                  <a:pt x="26653" y="24584"/>
                  <a:pt x="27954" y="25218"/>
                  <a:pt x="29255" y="25785"/>
                </a:cubicBezTo>
                <a:cubicBezTo>
                  <a:pt x="29755" y="25985"/>
                  <a:pt x="29622" y="26286"/>
                  <a:pt x="29588" y="26653"/>
                </a:cubicBezTo>
                <a:cubicBezTo>
                  <a:pt x="29255" y="28420"/>
                  <a:pt x="29088" y="30155"/>
                  <a:pt x="29355" y="31956"/>
                </a:cubicBezTo>
                <a:cubicBezTo>
                  <a:pt x="29455" y="32423"/>
                  <a:pt x="29422" y="33124"/>
                  <a:pt x="30022" y="33224"/>
                </a:cubicBezTo>
                <a:cubicBezTo>
                  <a:pt x="30055" y="33227"/>
                  <a:pt x="30086" y="33229"/>
                  <a:pt x="30117" y="33229"/>
                </a:cubicBezTo>
                <a:cubicBezTo>
                  <a:pt x="30712" y="33229"/>
                  <a:pt x="30931" y="32632"/>
                  <a:pt x="31089" y="32156"/>
                </a:cubicBezTo>
                <a:cubicBezTo>
                  <a:pt x="31623" y="30655"/>
                  <a:pt x="32090" y="29154"/>
                  <a:pt x="32257" y="27253"/>
                </a:cubicBezTo>
                <a:lnTo>
                  <a:pt x="32257" y="27253"/>
                </a:lnTo>
                <a:cubicBezTo>
                  <a:pt x="30789" y="28887"/>
                  <a:pt x="30956" y="30822"/>
                  <a:pt x="30089" y="32590"/>
                </a:cubicBezTo>
                <a:cubicBezTo>
                  <a:pt x="29588" y="30322"/>
                  <a:pt x="29855" y="28287"/>
                  <a:pt x="30189" y="26219"/>
                </a:cubicBezTo>
                <a:cubicBezTo>
                  <a:pt x="32524" y="27153"/>
                  <a:pt x="34925" y="27653"/>
                  <a:pt x="37160" y="28654"/>
                </a:cubicBezTo>
                <a:cubicBezTo>
                  <a:pt x="38094" y="29088"/>
                  <a:pt x="38995" y="29555"/>
                  <a:pt x="39762" y="30222"/>
                </a:cubicBezTo>
                <a:cubicBezTo>
                  <a:pt x="42197" y="32290"/>
                  <a:pt x="41897" y="35726"/>
                  <a:pt x="38995" y="37293"/>
                </a:cubicBezTo>
                <a:cubicBezTo>
                  <a:pt x="36684" y="38588"/>
                  <a:pt x="34365" y="39175"/>
                  <a:pt x="32037" y="39175"/>
                </a:cubicBezTo>
                <a:cubicBezTo>
                  <a:pt x="29628" y="39175"/>
                  <a:pt x="27211" y="38547"/>
                  <a:pt x="24785" y="37427"/>
                </a:cubicBezTo>
                <a:cubicBezTo>
                  <a:pt x="20048" y="35225"/>
                  <a:pt x="16079" y="31856"/>
                  <a:pt x="12476" y="28054"/>
                </a:cubicBezTo>
                <a:cubicBezTo>
                  <a:pt x="11609" y="27086"/>
                  <a:pt x="10775" y="26085"/>
                  <a:pt x="9908" y="25118"/>
                </a:cubicBezTo>
                <a:cubicBezTo>
                  <a:pt x="7272" y="22349"/>
                  <a:pt x="5771" y="19047"/>
                  <a:pt x="4971" y="15344"/>
                </a:cubicBezTo>
                <a:cubicBezTo>
                  <a:pt x="4871" y="14677"/>
                  <a:pt x="4671" y="14010"/>
                  <a:pt x="4470" y="13343"/>
                </a:cubicBezTo>
                <a:cubicBezTo>
                  <a:pt x="4170" y="12409"/>
                  <a:pt x="4437" y="11608"/>
                  <a:pt x="4837" y="10841"/>
                </a:cubicBezTo>
                <a:cubicBezTo>
                  <a:pt x="5754" y="9102"/>
                  <a:pt x="8679" y="7423"/>
                  <a:pt x="10743" y="7423"/>
                </a:cubicBezTo>
                <a:close/>
                <a:moveTo>
                  <a:pt x="46709" y="33543"/>
                </a:moveTo>
                <a:cubicBezTo>
                  <a:pt x="46925" y="33543"/>
                  <a:pt x="47144" y="33584"/>
                  <a:pt x="47368" y="33691"/>
                </a:cubicBezTo>
                <a:cubicBezTo>
                  <a:pt x="47735" y="33758"/>
                  <a:pt x="47968" y="33891"/>
                  <a:pt x="48001" y="34225"/>
                </a:cubicBezTo>
                <a:cubicBezTo>
                  <a:pt x="48068" y="34625"/>
                  <a:pt x="47735" y="34692"/>
                  <a:pt x="47468" y="34792"/>
                </a:cubicBezTo>
                <a:cubicBezTo>
                  <a:pt x="46834" y="35125"/>
                  <a:pt x="45933" y="35225"/>
                  <a:pt x="45933" y="36126"/>
                </a:cubicBezTo>
                <a:cubicBezTo>
                  <a:pt x="45933" y="37093"/>
                  <a:pt x="46901" y="37160"/>
                  <a:pt x="47501" y="37560"/>
                </a:cubicBezTo>
                <a:cubicBezTo>
                  <a:pt x="47835" y="37760"/>
                  <a:pt x="48468" y="37827"/>
                  <a:pt x="48268" y="38428"/>
                </a:cubicBezTo>
                <a:cubicBezTo>
                  <a:pt x="48166" y="38733"/>
                  <a:pt x="47915" y="38802"/>
                  <a:pt x="47644" y="38802"/>
                </a:cubicBezTo>
                <a:cubicBezTo>
                  <a:pt x="47471" y="38802"/>
                  <a:pt x="47290" y="38774"/>
                  <a:pt x="47134" y="38761"/>
                </a:cubicBezTo>
                <a:cubicBezTo>
                  <a:pt x="46781" y="38710"/>
                  <a:pt x="46484" y="38681"/>
                  <a:pt x="46235" y="38681"/>
                </a:cubicBezTo>
                <a:cubicBezTo>
                  <a:pt x="45188" y="38681"/>
                  <a:pt x="44992" y="39194"/>
                  <a:pt x="45099" y="40729"/>
                </a:cubicBezTo>
                <a:cubicBezTo>
                  <a:pt x="45133" y="41196"/>
                  <a:pt x="45199" y="41630"/>
                  <a:pt x="45266" y="42130"/>
                </a:cubicBezTo>
                <a:cubicBezTo>
                  <a:pt x="45300" y="42430"/>
                  <a:pt x="45333" y="42764"/>
                  <a:pt x="44999" y="42897"/>
                </a:cubicBezTo>
                <a:cubicBezTo>
                  <a:pt x="44917" y="42925"/>
                  <a:pt x="44837" y="42937"/>
                  <a:pt x="44759" y="42937"/>
                </a:cubicBezTo>
                <a:cubicBezTo>
                  <a:pt x="44555" y="42937"/>
                  <a:pt x="44368" y="42852"/>
                  <a:pt x="44199" y="42731"/>
                </a:cubicBezTo>
                <a:cubicBezTo>
                  <a:pt x="43131" y="41963"/>
                  <a:pt x="42798" y="40763"/>
                  <a:pt x="42264" y="39628"/>
                </a:cubicBezTo>
                <a:cubicBezTo>
                  <a:pt x="42031" y="39228"/>
                  <a:pt x="42498" y="39161"/>
                  <a:pt x="42698" y="39028"/>
                </a:cubicBezTo>
                <a:cubicBezTo>
                  <a:pt x="44466" y="37460"/>
                  <a:pt x="45266" y="35692"/>
                  <a:pt x="44966" y="33891"/>
                </a:cubicBezTo>
                <a:cubicBezTo>
                  <a:pt x="45552" y="33842"/>
                  <a:pt x="46120" y="33543"/>
                  <a:pt x="46709" y="33543"/>
                </a:cubicBezTo>
                <a:close/>
                <a:moveTo>
                  <a:pt x="6877" y="1"/>
                </a:moveTo>
                <a:cubicBezTo>
                  <a:pt x="6570" y="1"/>
                  <a:pt x="6296" y="149"/>
                  <a:pt x="6005" y="367"/>
                </a:cubicBezTo>
                <a:cubicBezTo>
                  <a:pt x="5571" y="734"/>
                  <a:pt x="5304" y="1268"/>
                  <a:pt x="5104" y="1835"/>
                </a:cubicBezTo>
                <a:cubicBezTo>
                  <a:pt x="4904" y="2502"/>
                  <a:pt x="4737" y="3202"/>
                  <a:pt x="4504" y="3936"/>
                </a:cubicBezTo>
                <a:cubicBezTo>
                  <a:pt x="4003" y="3669"/>
                  <a:pt x="3903" y="3102"/>
                  <a:pt x="3603" y="2702"/>
                </a:cubicBezTo>
                <a:cubicBezTo>
                  <a:pt x="3365" y="2411"/>
                  <a:pt x="3106" y="2099"/>
                  <a:pt x="2742" y="2099"/>
                </a:cubicBezTo>
                <a:cubicBezTo>
                  <a:pt x="2648" y="2099"/>
                  <a:pt x="2546" y="2120"/>
                  <a:pt x="2436" y="2168"/>
                </a:cubicBezTo>
                <a:cubicBezTo>
                  <a:pt x="968" y="2735"/>
                  <a:pt x="501" y="4070"/>
                  <a:pt x="234" y="5404"/>
                </a:cubicBezTo>
                <a:cubicBezTo>
                  <a:pt x="1" y="6505"/>
                  <a:pt x="568" y="7439"/>
                  <a:pt x="1635" y="8006"/>
                </a:cubicBezTo>
                <a:cubicBezTo>
                  <a:pt x="2436" y="8373"/>
                  <a:pt x="3236" y="8740"/>
                  <a:pt x="4070" y="8906"/>
                </a:cubicBezTo>
                <a:cubicBezTo>
                  <a:pt x="4771" y="9040"/>
                  <a:pt x="4971" y="9340"/>
                  <a:pt x="4504" y="10007"/>
                </a:cubicBezTo>
                <a:cubicBezTo>
                  <a:pt x="3670" y="11208"/>
                  <a:pt x="3503" y="12609"/>
                  <a:pt x="3603" y="14077"/>
                </a:cubicBezTo>
                <a:cubicBezTo>
                  <a:pt x="3903" y="18513"/>
                  <a:pt x="5638" y="22349"/>
                  <a:pt x="8507" y="25685"/>
                </a:cubicBezTo>
                <a:cubicBezTo>
                  <a:pt x="12309" y="30088"/>
                  <a:pt x="16412" y="34191"/>
                  <a:pt x="21416" y="37227"/>
                </a:cubicBezTo>
                <a:cubicBezTo>
                  <a:pt x="24864" y="39312"/>
                  <a:pt x="28384" y="40589"/>
                  <a:pt x="32005" y="40589"/>
                </a:cubicBezTo>
                <a:cubicBezTo>
                  <a:pt x="34410" y="40589"/>
                  <a:pt x="36859" y="40026"/>
                  <a:pt x="39362" y="38761"/>
                </a:cubicBezTo>
                <a:cubicBezTo>
                  <a:pt x="39497" y="38684"/>
                  <a:pt x="39622" y="38629"/>
                  <a:pt x="39760" y="38629"/>
                </a:cubicBezTo>
                <a:cubicBezTo>
                  <a:pt x="39861" y="38629"/>
                  <a:pt x="39970" y="38658"/>
                  <a:pt x="40096" y="38728"/>
                </a:cubicBezTo>
                <a:cubicBezTo>
                  <a:pt x="41197" y="39362"/>
                  <a:pt x="42264" y="40029"/>
                  <a:pt x="42431" y="41463"/>
                </a:cubicBezTo>
                <a:cubicBezTo>
                  <a:pt x="42464" y="41963"/>
                  <a:pt x="42831" y="42397"/>
                  <a:pt x="43165" y="42764"/>
                </a:cubicBezTo>
                <a:cubicBezTo>
                  <a:pt x="43625" y="43275"/>
                  <a:pt x="44144" y="43689"/>
                  <a:pt x="44767" y="43689"/>
                </a:cubicBezTo>
                <a:cubicBezTo>
                  <a:pt x="44956" y="43689"/>
                  <a:pt x="45156" y="43650"/>
                  <a:pt x="45366" y="43565"/>
                </a:cubicBezTo>
                <a:cubicBezTo>
                  <a:pt x="46267" y="43198"/>
                  <a:pt x="46267" y="42364"/>
                  <a:pt x="46167" y="41530"/>
                </a:cubicBezTo>
                <a:cubicBezTo>
                  <a:pt x="46133" y="40963"/>
                  <a:pt x="45933" y="40296"/>
                  <a:pt x="46133" y="39929"/>
                </a:cubicBezTo>
                <a:cubicBezTo>
                  <a:pt x="46250" y="39730"/>
                  <a:pt x="46409" y="39666"/>
                  <a:pt x="46588" y="39666"/>
                </a:cubicBezTo>
                <a:cubicBezTo>
                  <a:pt x="46903" y="39666"/>
                  <a:pt x="47283" y="39864"/>
                  <a:pt x="47618" y="39864"/>
                </a:cubicBezTo>
                <a:cubicBezTo>
                  <a:pt x="47635" y="39864"/>
                  <a:pt x="47651" y="39863"/>
                  <a:pt x="47668" y="39862"/>
                </a:cubicBezTo>
                <a:cubicBezTo>
                  <a:pt x="48535" y="39762"/>
                  <a:pt x="49102" y="39362"/>
                  <a:pt x="49369" y="38561"/>
                </a:cubicBezTo>
                <a:cubicBezTo>
                  <a:pt x="49669" y="37760"/>
                  <a:pt x="49102" y="37360"/>
                  <a:pt x="48502" y="36960"/>
                </a:cubicBezTo>
                <a:cubicBezTo>
                  <a:pt x="48035" y="36693"/>
                  <a:pt x="47501" y="36426"/>
                  <a:pt x="46867" y="36126"/>
                </a:cubicBezTo>
                <a:cubicBezTo>
                  <a:pt x="47434" y="35892"/>
                  <a:pt x="47835" y="35726"/>
                  <a:pt x="48202" y="35459"/>
                </a:cubicBezTo>
                <a:cubicBezTo>
                  <a:pt x="49169" y="34858"/>
                  <a:pt x="49202" y="33858"/>
                  <a:pt x="48302" y="33124"/>
                </a:cubicBezTo>
                <a:cubicBezTo>
                  <a:pt x="47882" y="32727"/>
                  <a:pt x="47346" y="32417"/>
                  <a:pt x="46829" y="32417"/>
                </a:cubicBezTo>
                <a:cubicBezTo>
                  <a:pt x="46564" y="32417"/>
                  <a:pt x="46304" y="32498"/>
                  <a:pt x="46067" y="32690"/>
                </a:cubicBezTo>
                <a:cubicBezTo>
                  <a:pt x="45561" y="33074"/>
                  <a:pt x="45110" y="33221"/>
                  <a:pt x="44651" y="33221"/>
                </a:cubicBezTo>
                <a:cubicBezTo>
                  <a:pt x="44233" y="33221"/>
                  <a:pt x="43809" y="33099"/>
                  <a:pt x="43331" y="32924"/>
                </a:cubicBezTo>
                <a:cubicBezTo>
                  <a:pt x="42831" y="32757"/>
                  <a:pt x="42664" y="32590"/>
                  <a:pt x="42564" y="32123"/>
                </a:cubicBezTo>
                <a:cubicBezTo>
                  <a:pt x="42131" y="30555"/>
                  <a:pt x="41163" y="29388"/>
                  <a:pt x="39796" y="28521"/>
                </a:cubicBezTo>
                <a:cubicBezTo>
                  <a:pt x="38161" y="27453"/>
                  <a:pt x="36360" y="26786"/>
                  <a:pt x="34492" y="26252"/>
                </a:cubicBezTo>
                <a:cubicBezTo>
                  <a:pt x="31590" y="25385"/>
                  <a:pt x="28721" y="24384"/>
                  <a:pt x="25986" y="22917"/>
                </a:cubicBezTo>
                <a:cubicBezTo>
                  <a:pt x="22717" y="21115"/>
                  <a:pt x="19748" y="18914"/>
                  <a:pt x="17980" y="15511"/>
                </a:cubicBezTo>
                <a:cubicBezTo>
                  <a:pt x="17046" y="13610"/>
                  <a:pt x="16279" y="11675"/>
                  <a:pt x="15412" y="9740"/>
                </a:cubicBezTo>
                <a:cubicBezTo>
                  <a:pt x="14578" y="8006"/>
                  <a:pt x="13310" y="6705"/>
                  <a:pt x="11242" y="6538"/>
                </a:cubicBezTo>
                <a:cubicBezTo>
                  <a:pt x="10241" y="6438"/>
                  <a:pt x="9974" y="5871"/>
                  <a:pt x="10575" y="5004"/>
                </a:cubicBezTo>
                <a:cubicBezTo>
                  <a:pt x="11175" y="4036"/>
                  <a:pt x="11742" y="3036"/>
                  <a:pt x="11942" y="1935"/>
                </a:cubicBezTo>
                <a:cubicBezTo>
                  <a:pt x="12126" y="964"/>
                  <a:pt x="11711" y="364"/>
                  <a:pt x="10940" y="364"/>
                </a:cubicBezTo>
                <a:cubicBezTo>
                  <a:pt x="10732" y="364"/>
                  <a:pt x="10497" y="408"/>
                  <a:pt x="10241" y="500"/>
                </a:cubicBezTo>
                <a:cubicBezTo>
                  <a:pt x="9341" y="767"/>
                  <a:pt x="8673" y="1368"/>
                  <a:pt x="7940" y="2002"/>
                </a:cubicBezTo>
                <a:cubicBezTo>
                  <a:pt x="7906" y="1601"/>
                  <a:pt x="7839" y="1334"/>
                  <a:pt x="7806" y="1034"/>
                </a:cubicBezTo>
                <a:cubicBezTo>
                  <a:pt x="7773" y="601"/>
                  <a:pt x="7639" y="234"/>
                  <a:pt x="7239" y="67"/>
                </a:cubicBezTo>
                <a:cubicBezTo>
                  <a:pt x="7112" y="21"/>
                  <a:pt x="6992" y="1"/>
                  <a:pt x="68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2"/>
          <p:cNvGrpSpPr/>
          <p:nvPr/>
        </p:nvGrpSpPr>
        <p:grpSpPr>
          <a:xfrm>
            <a:off x="8315340" y="371346"/>
            <a:ext cx="588644" cy="737751"/>
            <a:chOff x="6913975" y="-367100"/>
            <a:chExt cx="1071625" cy="1343075"/>
          </a:xfrm>
        </p:grpSpPr>
        <p:sp>
          <p:nvSpPr>
            <p:cNvPr id="206" name="Google Shape;206;p2"/>
            <p:cNvSpPr/>
            <p:nvPr/>
          </p:nvSpPr>
          <p:spPr>
            <a:xfrm>
              <a:off x="6913975" y="-367100"/>
              <a:ext cx="1071625" cy="1343075"/>
            </a:xfrm>
            <a:custGeom>
              <a:rect b="b" l="l" r="r" t="t"/>
              <a:pathLst>
                <a:path extrusionOk="0" h="53723" w="42865">
                  <a:moveTo>
                    <a:pt x="9487" y="15560"/>
                  </a:moveTo>
                  <a:cubicBezTo>
                    <a:pt x="12178" y="15560"/>
                    <a:pt x="14415" y="16553"/>
                    <a:pt x="16413" y="18371"/>
                  </a:cubicBezTo>
                  <a:cubicBezTo>
                    <a:pt x="16780" y="18705"/>
                    <a:pt x="16813" y="19005"/>
                    <a:pt x="16513" y="19406"/>
                  </a:cubicBezTo>
                  <a:cubicBezTo>
                    <a:pt x="16179" y="19839"/>
                    <a:pt x="15979" y="20373"/>
                    <a:pt x="15712" y="20873"/>
                  </a:cubicBezTo>
                  <a:cubicBezTo>
                    <a:pt x="14978" y="19272"/>
                    <a:pt x="13944" y="18038"/>
                    <a:pt x="12443" y="17204"/>
                  </a:cubicBezTo>
                  <a:lnTo>
                    <a:pt x="12443" y="17204"/>
                  </a:lnTo>
                  <a:cubicBezTo>
                    <a:pt x="13444" y="19439"/>
                    <a:pt x="15946" y="20940"/>
                    <a:pt x="15712" y="23775"/>
                  </a:cubicBezTo>
                  <a:cubicBezTo>
                    <a:pt x="15078" y="22041"/>
                    <a:pt x="13944" y="20606"/>
                    <a:pt x="12677" y="19239"/>
                  </a:cubicBezTo>
                  <a:cubicBezTo>
                    <a:pt x="11476" y="17871"/>
                    <a:pt x="10141" y="16704"/>
                    <a:pt x="8507" y="15603"/>
                  </a:cubicBezTo>
                  <a:cubicBezTo>
                    <a:pt x="8840" y="15574"/>
                    <a:pt x="9167" y="15560"/>
                    <a:pt x="9487" y="15560"/>
                  </a:cubicBezTo>
                  <a:close/>
                  <a:moveTo>
                    <a:pt x="8007" y="16036"/>
                  </a:moveTo>
                  <a:cubicBezTo>
                    <a:pt x="10175" y="18038"/>
                    <a:pt x="12310" y="20106"/>
                    <a:pt x="14044" y="22508"/>
                  </a:cubicBezTo>
                  <a:cubicBezTo>
                    <a:pt x="14445" y="23008"/>
                    <a:pt x="14711" y="23575"/>
                    <a:pt x="15078" y="24109"/>
                  </a:cubicBezTo>
                  <a:cubicBezTo>
                    <a:pt x="15312" y="24543"/>
                    <a:pt x="15145" y="24876"/>
                    <a:pt x="14878" y="25176"/>
                  </a:cubicBezTo>
                  <a:cubicBezTo>
                    <a:pt x="14806" y="25267"/>
                    <a:pt x="14735" y="25301"/>
                    <a:pt x="14667" y="25301"/>
                  </a:cubicBezTo>
                  <a:cubicBezTo>
                    <a:pt x="14484" y="25301"/>
                    <a:pt x="14314" y="25058"/>
                    <a:pt x="14144" y="25010"/>
                  </a:cubicBezTo>
                  <a:cubicBezTo>
                    <a:pt x="12710" y="24509"/>
                    <a:pt x="11843" y="23542"/>
                    <a:pt x="11409" y="22041"/>
                  </a:cubicBezTo>
                  <a:cubicBezTo>
                    <a:pt x="10842" y="20340"/>
                    <a:pt x="9808" y="18872"/>
                    <a:pt x="8807" y="17337"/>
                  </a:cubicBezTo>
                  <a:cubicBezTo>
                    <a:pt x="8574" y="16904"/>
                    <a:pt x="8307" y="16437"/>
                    <a:pt x="8007" y="16036"/>
                  </a:cubicBezTo>
                  <a:close/>
                  <a:moveTo>
                    <a:pt x="41097" y="19772"/>
                  </a:moveTo>
                  <a:lnTo>
                    <a:pt x="41097" y="19772"/>
                  </a:lnTo>
                  <a:cubicBezTo>
                    <a:pt x="41030" y="20239"/>
                    <a:pt x="40763" y="20506"/>
                    <a:pt x="40530" y="20740"/>
                  </a:cubicBezTo>
                  <a:cubicBezTo>
                    <a:pt x="38195" y="23775"/>
                    <a:pt x="36127" y="26978"/>
                    <a:pt x="34859" y="30614"/>
                  </a:cubicBezTo>
                  <a:cubicBezTo>
                    <a:pt x="34659" y="31314"/>
                    <a:pt x="33958" y="31114"/>
                    <a:pt x="33358" y="31247"/>
                  </a:cubicBezTo>
                  <a:cubicBezTo>
                    <a:pt x="33625" y="30880"/>
                    <a:pt x="33925" y="30413"/>
                    <a:pt x="34192" y="30013"/>
                  </a:cubicBezTo>
                  <a:cubicBezTo>
                    <a:pt x="34759" y="29179"/>
                    <a:pt x="35159" y="28345"/>
                    <a:pt x="34826" y="27311"/>
                  </a:cubicBezTo>
                  <a:cubicBezTo>
                    <a:pt x="34759" y="27011"/>
                    <a:pt x="34826" y="26811"/>
                    <a:pt x="34993" y="26577"/>
                  </a:cubicBezTo>
                  <a:cubicBezTo>
                    <a:pt x="35460" y="25977"/>
                    <a:pt x="35660" y="25310"/>
                    <a:pt x="35493" y="24509"/>
                  </a:cubicBezTo>
                  <a:cubicBezTo>
                    <a:pt x="35426" y="24142"/>
                    <a:pt x="35593" y="23909"/>
                    <a:pt x="35826" y="23675"/>
                  </a:cubicBezTo>
                  <a:cubicBezTo>
                    <a:pt x="36293" y="23208"/>
                    <a:pt x="36660" y="22708"/>
                    <a:pt x="37027" y="22174"/>
                  </a:cubicBezTo>
                  <a:lnTo>
                    <a:pt x="37027" y="22174"/>
                  </a:lnTo>
                  <a:cubicBezTo>
                    <a:pt x="36360" y="22374"/>
                    <a:pt x="35927" y="22841"/>
                    <a:pt x="35460" y="23342"/>
                  </a:cubicBezTo>
                  <a:cubicBezTo>
                    <a:pt x="35426" y="23242"/>
                    <a:pt x="35326" y="23208"/>
                    <a:pt x="35293" y="23108"/>
                  </a:cubicBezTo>
                  <a:cubicBezTo>
                    <a:pt x="34526" y="21173"/>
                    <a:pt x="34526" y="21173"/>
                    <a:pt x="36527" y="20406"/>
                  </a:cubicBezTo>
                  <a:cubicBezTo>
                    <a:pt x="37995" y="19873"/>
                    <a:pt x="39529" y="19873"/>
                    <a:pt x="41097" y="19772"/>
                  </a:cubicBezTo>
                  <a:close/>
                  <a:moveTo>
                    <a:pt x="26845" y="649"/>
                  </a:moveTo>
                  <a:cubicBezTo>
                    <a:pt x="26976" y="649"/>
                    <a:pt x="27113" y="663"/>
                    <a:pt x="27254" y="692"/>
                  </a:cubicBezTo>
                  <a:cubicBezTo>
                    <a:pt x="27854" y="859"/>
                    <a:pt x="28154" y="1393"/>
                    <a:pt x="28254" y="1960"/>
                  </a:cubicBezTo>
                  <a:cubicBezTo>
                    <a:pt x="28354" y="2627"/>
                    <a:pt x="28688" y="2994"/>
                    <a:pt x="29155" y="3394"/>
                  </a:cubicBezTo>
                  <a:cubicBezTo>
                    <a:pt x="29989" y="4128"/>
                    <a:pt x="30523" y="5029"/>
                    <a:pt x="30122" y="6229"/>
                  </a:cubicBezTo>
                  <a:cubicBezTo>
                    <a:pt x="30089" y="6330"/>
                    <a:pt x="30022" y="6463"/>
                    <a:pt x="30022" y="6530"/>
                  </a:cubicBezTo>
                  <a:cubicBezTo>
                    <a:pt x="30356" y="7664"/>
                    <a:pt x="30856" y="8798"/>
                    <a:pt x="30489" y="10032"/>
                  </a:cubicBezTo>
                  <a:cubicBezTo>
                    <a:pt x="30389" y="10232"/>
                    <a:pt x="30723" y="10466"/>
                    <a:pt x="30990" y="10566"/>
                  </a:cubicBezTo>
                  <a:cubicBezTo>
                    <a:pt x="31423" y="10833"/>
                    <a:pt x="31757" y="11166"/>
                    <a:pt x="31857" y="11567"/>
                  </a:cubicBezTo>
                  <a:cubicBezTo>
                    <a:pt x="32357" y="13601"/>
                    <a:pt x="33658" y="15569"/>
                    <a:pt x="32724" y="17838"/>
                  </a:cubicBezTo>
                  <a:cubicBezTo>
                    <a:pt x="32557" y="18238"/>
                    <a:pt x="32658" y="18572"/>
                    <a:pt x="33024" y="18838"/>
                  </a:cubicBezTo>
                  <a:cubicBezTo>
                    <a:pt x="33425" y="19139"/>
                    <a:pt x="33658" y="19639"/>
                    <a:pt x="33558" y="20006"/>
                  </a:cubicBezTo>
                  <a:cubicBezTo>
                    <a:pt x="33358" y="21507"/>
                    <a:pt x="33958" y="22841"/>
                    <a:pt x="34225" y="24209"/>
                  </a:cubicBezTo>
                  <a:cubicBezTo>
                    <a:pt x="34392" y="24876"/>
                    <a:pt x="34292" y="25477"/>
                    <a:pt x="33825" y="26010"/>
                  </a:cubicBezTo>
                  <a:cubicBezTo>
                    <a:pt x="33391" y="26477"/>
                    <a:pt x="33325" y="26978"/>
                    <a:pt x="33625" y="27511"/>
                  </a:cubicBezTo>
                  <a:cubicBezTo>
                    <a:pt x="33825" y="27912"/>
                    <a:pt x="33725" y="28345"/>
                    <a:pt x="33491" y="28712"/>
                  </a:cubicBezTo>
                  <a:cubicBezTo>
                    <a:pt x="32624" y="29880"/>
                    <a:pt x="32057" y="31214"/>
                    <a:pt x="31123" y="32315"/>
                  </a:cubicBezTo>
                  <a:cubicBezTo>
                    <a:pt x="30990" y="32415"/>
                    <a:pt x="30856" y="32582"/>
                    <a:pt x="30689" y="32682"/>
                  </a:cubicBezTo>
                  <a:cubicBezTo>
                    <a:pt x="29455" y="33249"/>
                    <a:pt x="28221" y="33916"/>
                    <a:pt x="27054" y="34683"/>
                  </a:cubicBezTo>
                  <a:cubicBezTo>
                    <a:pt x="25886" y="35417"/>
                    <a:pt x="24852" y="36351"/>
                    <a:pt x="23818" y="37318"/>
                  </a:cubicBezTo>
                  <a:cubicBezTo>
                    <a:pt x="22984" y="34983"/>
                    <a:pt x="21816" y="32849"/>
                    <a:pt x="20516" y="30747"/>
                  </a:cubicBezTo>
                  <a:cubicBezTo>
                    <a:pt x="20555" y="30739"/>
                    <a:pt x="20594" y="30736"/>
                    <a:pt x="20633" y="30736"/>
                  </a:cubicBezTo>
                  <a:cubicBezTo>
                    <a:pt x="20970" y="30736"/>
                    <a:pt x="21281" y="31001"/>
                    <a:pt x="21482" y="31001"/>
                  </a:cubicBezTo>
                  <a:cubicBezTo>
                    <a:pt x="21553" y="31001"/>
                    <a:pt x="21610" y="30968"/>
                    <a:pt x="21650" y="30880"/>
                  </a:cubicBezTo>
                  <a:cubicBezTo>
                    <a:pt x="21883" y="30347"/>
                    <a:pt x="21216" y="30013"/>
                    <a:pt x="20816" y="29913"/>
                  </a:cubicBezTo>
                  <a:cubicBezTo>
                    <a:pt x="18681" y="29379"/>
                    <a:pt x="17780" y="27245"/>
                    <a:pt x="16012" y="26210"/>
                  </a:cubicBezTo>
                  <a:cubicBezTo>
                    <a:pt x="15679" y="26010"/>
                    <a:pt x="15846" y="25743"/>
                    <a:pt x="15979" y="25543"/>
                  </a:cubicBezTo>
                  <a:cubicBezTo>
                    <a:pt x="16212" y="25043"/>
                    <a:pt x="16479" y="24509"/>
                    <a:pt x="16980" y="24176"/>
                  </a:cubicBezTo>
                  <a:cubicBezTo>
                    <a:pt x="17447" y="23842"/>
                    <a:pt x="17480" y="23408"/>
                    <a:pt x="17046" y="23041"/>
                  </a:cubicBezTo>
                  <a:cubicBezTo>
                    <a:pt x="16413" y="22508"/>
                    <a:pt x="16579" y="21874"/>
                    <a:pt x="16813" y="21207"/>
                  </a:cubicBezTo>
                  <a:cubicBezTo>
                    <a:pt x="17180" y="20106"/>
                    <a:pt x="17814" y="19205"/>
                    <a:pt x="18614" y="18405"/>
                  </a:cubicBezTo>
                  <a:cubicBezTo>
                    <a:pt x="18948" y="18071"/>
                    <a:pt x="19115" y="17771"/>
                    <a:pt x="18948" y="17337"/>
                  </a:cubicBezTo>
                  <a:cubicBezTo>
                    <a:pt x="18414" y="15936"/>
                    <a:pt x="19348" y="13835"/>
                    <a:pt x="20782" y="13268"/>
                  </a:cubicBezTo>
                  <a:cubicBezTo>
                    <a:pt x="21583" y="13001"/>
                    <a:pt x="21683" y="12701"/>
                    <a:pt x="21283" y="11934"/>
                  </a:cubicBezTo>
                  <a:cubicBezTo>
                    <a:pt x="20682" y="10966"/>
                    <a:pt x="21016" y="9232"/>
                    <a:pt x="22017" y="8331"/>
                  </a:cubicBezTo>
                  <a:cubicBezTo>
                    <a:pt x="22617" y="7797"/>
                    <a:pt x="22817" y="7464"/>
                    <a:pt x="22417" y="6663"/>
                  </a:cubicBezTo>
                  <a:cubicBezTo>
                    <a:pt x="21917" y="5696"/>
                    <a:pt x="22984" y="3861"/>
                    <a:pt x="24352" y="3561"/>
                  </a:cubicBezTo>
                  <a:cubicBezTo>
                    <a:pt x="25419" y="3361"/>
                    <a:pt x="25519" y="2860"/>
                    <a:pt x="25519" y="1993"/>
                  </a:cubicBezTo>
                  <a:cubicBezTo>
                    <a:pt x="25519" y="1138"/>
                    <a:pt x="26079" y="649"/>
                    <a:pt x="26845" y="649"/>
                  </a:cubicBezTo>
                  <a:close/>
                  <a:moveTo>
                    <a:pt x="6155" y="23805"/>
                  </a:moveTo>
                  <a:cubicBezTo>
                    <a:pt x="9333" y="23805"/>
                    <a:pt x="12238" y="25019"/>
                    <a:pt x="14978" y="26944"/>
                  </a:cubicBezTo>
                  <a:cubicBezTo>
                    <a:pt x="17780" y="28946"/>
                    <a:pt x="20082" y="31381"/>
                    <a:pt x="21149" y="34717"/>
                  </a:cubicBezTo>
                  <a:cubicBezTo>
                    <a:pt x="21550" y="35917"/>
                    <a:pt x="22050" y="37085"/>
                    <a:pt x="22584" y="38286"/>
                  </a:cubicBezTo>
                  <a:cubicBezTo>
                    <a:pt x="22754" y="38795"/>
                    <a:pt x="22955" y="39038"/>
                    <a:pt x="23219" y="39038"/>
                  </a:cubicBezTo>
                  <a:cubicBezTo>
                    <a:pt x="23422" y="39038"/>
                    <a:pt x="23662" y="38895"/>
                    <a:pt x="23951" y="38619"/>
                  </a:cubicBezTo>
                  <a:cubicBezTo>
                    <a:pt x="26987" y="35751"/>
                    <a:pt x="30623" y="33749"/>
                    <a:pt x="34492" y="32248"/>
                  </a:cubicBezTo>
                  <a:cubicBezTo>
                    <a:pt x="35661" y="31804"/>
                    <a:pt x="36846" y="31507"/>
                    <a:pt x="38151" y="31507"/>
                  </a:cubicBezTo>
                  <a:cubicBezTo>
                    <a:pt x="38708" y="31507"/>
                    <a:pt x="39287" y="31561"/>
                    <a:pt x="39896" y="31681"/>
                  </a:cubicBezTo>
                  <a:cubicBezTo>
                    <a:pt x="37494" y="33716"/>
                    <a:pt x="35593" y="35984"/>
                    <a:pt x="33458" y="38019"/>
                  </a:cubicBezTo>
                  <a:cubicBezTo>
                    <a:pt x="32758" y="38686"/>
                    <a:pt x="32791" y="39587"/>
                    <a:pt x="32658" y="40421"/>
                  </a:cubicBezTo>
                  <a:cubicBezTo>
                    <a:pt x="32457" y="41922"/>
                    <a:pt x="32357" y="43423"/>
                    <a:pt x="32291" y="44924"/>
                  </a:cubicBezTo>
                  <a:cubicBezTo>
                    <a:pt x="31990" y="48760"/>
                    <a:pt x="30523" y="50595"/>
                    <a:pt x="26853" y="51762"/>
                  </a:cubicBezTo>
                  <a:cubicBezTo>
                    <a:pt x="25570" y="52180"/>
                    <a:pt x="24283" y="52380"/>
                    <a:pt x="23036" y="52380"/>
                  </a:cubicBezTo>
                  <a:cubicBezTo>
                    <a:pt x="18903" y="52380"/>
                    <a:pt x="15210" y="50176"/>
                    <a:pt x="13544" y="46358"/>
                  </a:cubicBezTo>
                  <a:cubicBezTo>
                    <a:pt x="13144" y="45357"/>
                    <a:pt x="12877" y="44357"/>
                    <a:pt x="12943" y="43256"/>
                  </a:cubicBezTo>
                  <a:cubicBezTo>
                    <a:pt x="12977" y="41521"/>
                    <a:pt x="13144" y="39787"/>
                    <a:pt x="13110" y="38052"/>
                  </a:cubicBezTo>
                  <a:cubicBezTo>
                    <a:pt x="13077" y="37018"/>
                    <a:pt x="12610" y="36384"/>
                    <a:pt x="11876" y="35751"/>
                  </a:cubicBezTo>
                  <a:cubicBezTo>
                    <a:pt x="8440" y="32582"/>
                    <a:pt x="5205" y="29113"/>
                    <a:pt x="2336" y="25410"/>
                  </a:cubicBezTo>
                  <a:cubicBezTo>
                    <a:pt x="1669" y="24543"/>
                    <a:pt x="1669" y="24543"/>
                    <a:pt x="2703" y="24276"/>
                  </a:cubicBezTo>
                  <a:cubicBezTo>
                    <a:pt x="3890" y="23955"/>
                    <a:pt x="5040" y="23805"/>
                    <a:pt x="6155" y="23805"/>
                  </a:cubicBezTo>
                  <a:close/>
                  <a:moveTo>
                    <a:pt x="26751" y="0"/>
                  </a:moveTo>
                  <a:cubicBezTo>
                    <a:pt x="26545" y="0"/>
                    <a:pt x="26334" y="32"/>
                    <a:pt x="26120" y="92"/>
                  </a:cubicBezTo>
                  <a:cubicBezTo>
                    <a:pt x="25319" y="359"/>
                    <a:pt x="24752" y="992"/>
                    <a:pt x="24685" y="1860"/>
                  </a:cubicBezTo>
                  <a:cubicBezTo>
                    <a:pt x="24685" y="2427"/>
                    <a:pt x="24418" y="2660"/>
                    <a:pt x="23918" y="2860"/>
                  </a:cubicBezTo>
                  <a:cubicBezTo>
                    <a:pt x="22017" y="3594"/>
                    <a:pt x="21216" y="5095"/>
                    <a:pt x="21516" y="7063"/>
                  </a:cubicBezTo>
                  <a:cubicBezTo>
                    <a:pt x="21550" y="7464"/>
                    <a:pt x="21416" y="7564"/>
                    <a:pt x="21216" y="7831"/>
                  </a:cubicBezTo>
                  <a:cubicBezTo>
                    <a:pt x="20349" y="9065"/>
                    <a:pt x="19748" y="10366"/>
                    <a:pt x="20182" y="11934"/>
                  </a:cubicBezTo>
                  <a:cubicBezTo>
                    <a:pt x="20315" y="12401"/>
                    <a:pt x="20015" y="12434"/>
                    <a:pt x="19782" y="12667"/>
                  </a:cubicBezTo>
                  <a:cubicBezTo>
                    <a:pt x="18414" y="13902"/>
                    <a:pt x="17347" y="15336"/>
                    <a:pt x="17714" y="17337"/>
                  </a:cubicBezTo>
                  <a:cubicBezTo>
                    <a:pt x="17780" y="17538"/>
                    <a:pt x="17847" y="17704"/>
                    <a:pt x="17613" y="17838"/>
                  </a:cubicBezTo>
                  <a:cubicBezTo>
                    <a:pt x="17569" y="17855"/>
                    <a:pt x="17529" y="17862"/>
                    <a:pt x="17494" y="17862"/>
                  </a:cubicBezTo>
                  <a:cubicBezTo>
                    <a:pt x="17322" y="17862"/>
                    <a:pt x="17257" y="17682"/>
                    <a:pt x="17146" y="17571"/>
                  </a:cubicBezTo>
                  <a:cubicBezTo>
                    <a:pt x="14989" y="15308"/>
                    <a:pt x="12355" y="14644"/>
                    <a:pt x="9554" y="14644"/>
                  </a:cubicBezTo>
                  <a:cubicBezTo>
                    <a:pt x="8804" y="14644"/>
                    <a:pt x="8041" y="14691"/>
                    <a:pt x="7273" y="14769"/>
                  </a:cubicBezTo>
                  <a:cubicBezTo>
                    <a:pt x="6639" y="14869"/>
                    <a:pt x="6405" y="15169"/>
                    <a:pt x="6806" y="15736"/>
                  </a:cubicBezTo>
                  <a:cubicBezTo>
                    <a:pt x="7473" y="16770"/>
                    <a:pt x="8140" y="17871"/>
                    <a:pt x="8807" y="18905"/>
                  </a:cubicBezTo>
                  <a:cubicBezTo>
                    <a:pt x="9741" y="20340"/>
                    <a:pt x="10508" y="21841"/>
                    <a:pt x="11176" y="23442"/>
                  </a:cubicBezTo>
                  <a:cubicBezTo>
                    <a:pt x="11009" y="23442"/>
                    <a:pt x="10942" y="23442"/>
                    <a:pt x="10842" y="23408"/>
                  </a:cubicBezTo>
                  <a:cubicBezTo>
                    <a:pt x="9273" y="22859"/>
                    <a:pt x="7696" y="22599"/>
                    <a:pt x="6123" y="22599"/>
                  </a:cubicBezTo>
                  <a:cubicBezTo>
                    <a:pt x="4452" y="22599"/>
                    <a:pt x="2785" y="22892"/>
                    <a:pt x="1135" y="23442"/>
                  </a:cubicBezTo>
                  <a:cubicBezTo>
                    <a:pt x="168" y="23775"/>
                    <a:pt x="1" y="24076"/>
                    <a:pt x="601" y="24876"/>
                  </a:cubicBezTo>
                  <a:cubicBezTo>
                    <a:pt x="3804" y="29379"/>
                    <a:pt x="7573" y="33349"/>
                    <a:pt x="11609" y="37085"/>
                  </a:cubicBezTo>
                  <a:cubicBezTo>
                    <a:pt x="12009" y="37452"/>
                    <a:pt x="12143" y="37819"/>
                    <a:pt x="12143" y="38286"/>
                  </a:cubicBezTo>
                  <a:cubicBezTo>
                    <a:pt x="12076" y="39854"/>
                    <a:pt x="11976" y="41388"/>
                    <a:pt x="11843" y="42922"/>
                  </a:cubicBezTo>
                  <a:cubicBezTo>
                    <a:pt x="11643" y="45558"/>
                    <a:pt x="12643" y="47793"/>
                    <a:pt x="14311" y="49727"/>
                  </a:cubicBezTo>
                  <a:cubicBezTo>
                    <a:pt x="16607" y="52368"/>
                    <a:pt x="19830" y="53722"/>
                    <a:pt x="23189" y="53722"/>
                  </a:cubicBezTo>
                  <a:cubicBezTo>
                    <a:pt x="25347" y="53722"/>
                    <a:pt x="27561" y="53164"/>
                    <a:pt x="29622" y="52029"/>
                  </a:cubicBezTo>
                  <a:cubicBezTo>
                    <a:pt x="31824" y="50761"/>
                    <a:pt x="33158" y="48927"/>
                    <a:pt x="33525" y="46425"/>
                  </a:cubicBezTo>
                  <a:cubicBezTo>
                    <a:pt x="33825" y="44490"/>
                    <a:pt x="33792" y="42489"/>
                    <a:pt x="33992" y="40487"/>
                  </a:cubicBezTo>
                  <a:cubicBezTo>
                    <a:pt x="34025" y="39887"/>
                    <a:pt x="34159" y="39353"/>
                    <a:pt x="34626" y="38920"/>
                  </a:cubicBezTo>
                  <a:cubicBezTo>
                    <a:pt x="36861" y="36751"/>
                    <a:pt x="38929" y="34416"/>
                    <a:pt x="41264" y="32348"/>
                  </a:cubicBezTo>
                  <a:cubicBezTo>
                    <a:pt x="42031" y="31648"/>
                    <a:pt x="41931" y="31147"/>
                    <a:pt x="40863" y="30714"/>
                  </a:cubicBezTo>
                  <a:cubicBezTo>
                    <a:pt x="40084" y="30419"/>
                    <a:pt x="39304" y="30305"/>
                    <a:pt x="38510" y="30305"/>
                  </a:cubicBezTo>
                  <a:cubicBezTo>
                    <a:pt x="37776" y="30305"/>
                    <a:pt x="37030" y="30403"/>
                    <a:pt x="36260" y="30547"/>
                  </a:cubicBezTo>
                  <a:cubicBezTo>
                    <a:pt x="36327" y="30313"/>
                    <a:pt x="36360" y="30180"/>
                    <a:pt x="36460" y="30047"/>
                  </a:cubicBezTo>
                  <a:cubicBezTo>
                    <a:pt x="37961" y="26744"/>
                    <a:pt x="39929" y="23742"/>
                    <a:pt x="42031" y="20873"/>
                  </a:cubicBezTo>
                  <a:cubicBezTo>
                    <a:pt x="42365" y="20406"/>
                    <a:pt x="42865" y="19973"/>
                    <a:pt x="42498" y="19339"/>
                  </a:cubicBezTo>
                  <a:cubicBezTo>
                    <a:pt x="42164" y="18705"/>
                    <a:pt x="41497" y="18672"/>
                    <a:pt x="40863" y="18672"/>
                  </a:cubicBezTo>
                  <a:cubicBezTo>
                    <a:pt x="40663" y="18672"/>
                    <a:pt x="40430" y="18705"/>
                    <a:pt x="40196" y="18705"/>
                  </a:cubicBezTo>
                  <a:cubicBezTo>
                    <a:pt x="38295" y="18838"/>
                    <a:pt x="36494" y="19339"/>
                    <a:pt x="34926" y="20506"/>
                  </a:cubicBezTo>
                  <a:cubicBezTo>
                    <a:pt x="34759" y="19973"/>
                    <a:pt x="34626" y="19506"/>
                    <a:pt x="34526" y="19072"/>
                  </a:cubicBezTo>
                  <a:cubicBezTo>
                    <a:pt x="34459" y="18638"/>
                    <a:pt x="33825" y="18271"/>
                    <a:pt x="34025" y="17804"/>
                  </a:cubicBezTo>
                  <a:cubicBezTo>
                    <a:pt x="34859" y="15603"/>
                    <a:pt x="33792" y="13668"/>
                    <a:pt x="33191" y="11733"/>
                  </a:cubicBezTo>
                  <a:cubicBezTo>
                    <a:pt x="32758" y="10332"/>
                    <a:pt x="31657" y="9065"/>
                    <a:pt x="31623" y="7430"/>
                  </a:cubicBezTo>
                  <a:cubicBezTo>
                    <a:pt x="31623" y="7063"/>
                    <a:pt x="31223" y="6830"/>
                    <a:pt x="31357" y="6363"/>
                  </a:cubicBezTo>
                  <a:cubicBezTo>
                    <a:pt x="31824" y="4929"/>
                    <a:pt x="31257" y="3728"/>
                    <a:pt x="30189" y="2927"/>
                  </a:cubicBezTo>
                  <a:cubicBezTo>
                    <a:pt x="29422" y="2327"/>
                    <a:pt x="28922" y="1559"/>
                    <a:pt x="28321" y="859"/>
                  </a:cubicBezTo>
                  <a:cubicBezTo>
                    <a:pt x="27900" y="264"/>
                    <a:pt x="27349" y="0"/>
                    <a:pt x="267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7251725" y="511425"/>
              <a:ext cx="170150" cy="371875"/>
            </a:xfrm>
            <a:custGeom>
              <a:rect b="b" l="l" r="r" t="t"/>
              <a:pathLst>
                <a:path extrusionOk="0" h="14875" w="6806">
                  <a:moveTo>
                    <a:pt x="220" y="0"/>
                  </a:moveTo>
                  <a:cubicBezTo>
                    <a:pt x="156" y="0"/>
                    <a:pt x="84" y="13"/>
                    <a:pt x="1" y="43"/>
                  </a:cubicBezTo>
                  <a:cubicBezTo>
                    <a:pt x="201" y="443"/>
                    <a:pt x="401" y="776"/>
                    <a:pt x="601" y="1177"/>
                  </a:cubicBezTo>
                  <a:cubicBezTo>
                    <a:pt x="1468" y="2544"/>
                    <a:pt x="1768" y="4045"/>
                    <a:pt x="1635" y="5647"/>
                  </a:cubicBezTo>
                  <a:cubicBezTo>
                    <a:pt x="1568" y="6714"/>
                    <a:pt x="1502" y="7715"/>
                    <a:pt x="1502" y="8749"/>
                  </a:cubicBezTo>
                  <a:cubicBezTo>
                    <a:pt x="1502" y="10383"/>
                    <a:pt x="1935" y="11918"/>
                    <a:pt x="2836" y="13285"/>
                  </a:cubicBezTo>
                  <a:cubicBezTo>
                    <a:pt x="3505" y="14337"/>
                    <a:pt x="4362" y="14874"/>
                    <a:pt x="5432" y="14874"/>
                  </a:cubicBezTo>
                  <a:cubicBezTo>
                    <a:pt x="5856" y="14874"/>
                    <a:pt x="6313" y="14790"/>
                    <a:pt x="6805" y="14620"/>
                  </a:cubicBezTo>
                  <a:cubicBezTo>
                    <a:pt x="3670" y="13919"/>
                    <a:pt x="2702" y="11684"/>
                    <a:pt x="2402" y="9049"/>
                  </a:cubicBezTo>
                  <a:cubicBezTo>
                    <a:pt x="2202" y="7881"/>
                    <a:pt x="2402" y="6681"/>
                    <a:pt x="2436" y="5513"/>
                  </a:cubicBezTo>
                  <a:cubicBezTo>
                    <a:pt x="2502" y="3578"/>
                    <a:pt x="1869" y="1911"/>
                    <a:pt x="734" y="409"/>
                  </a:cubicBezTo>
                  <a:cubicBezTo>
                    <a:pt x="625" y="272"/>
                    <a:pt x="515" y="0"/>
                    <a:pt x="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7124975" y="263975"/>
              <a:ext cx="222675" cy="166800"/>
            </a:xfrm>
            <a:custGeom>
              <a:rect b="b" l="l" r="r" t="t"/>
              <a:pathLst>
                <a:path extrusionOk="0" h="6672" w="8907">
                  <a:moveTo>
                    <a:pt x="0" y="0"/>
                  </a:moveTo>
                  <a:cubicBezTo>
                    <a:pt x="3503" y="1434"/>
                    <a:pt x="6138" y="3970"/>
                    <a:pt x="8907" y="6672"/>
                  </a:cubicBezTo>
                  <a:cubicBezTo>
                    <a:pt x="8039" y="3436"/>
                    <a:pt x="3369" y="10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7547775" y="701775"/>
              <a:ext cx="155125" cy="173400"/>
            </a:xfrm>
            <a:custGeom>
              <a:rect b="b" l="l" r="r" t="t"/>
              <a:pathLst>
                <a:path extrusionOk="0" h="6936" w="6205">
                  <a:moveTo>
                    <a:pt x="5337" y="1"/>
                  </a:moveTo>
                  <a:cubicBezTo>
                    <a:pt x="4971" y="1602"/>
                    <a:pt x="4904" y="3136"/>
                    <a:pt x="4003" y="4437"/>
                  </a:cubicBezTo>
                  <a:cubicBezTo>
                    <a:pt x="3103" y="5805"/>
                    <a:pt x="1468" y="6138"/>
                    <a:pt x="0" y="6839"/>
                  </a:cubicBezTo>
                  <a:cubicBezTo>
                    <a:pt x="218" y="6905"/>
                    <a:pt x="461" y="6935"/>
                    <a:pt x="721" y="6935"/>
                  </a:cubicBezTo>
                  <a:cubicBezTo>
                    <a:pt x="2176" y="6935"/>
                    <a:pt x="4145" y="5980"/>
                    <a:pt x="4937" y="4904"/>
                  </a:cubicBezTo>
                  <a:cubicBezTo>
                    <a:pt x="6071" y="3303"/>
                    <a:pt x="6205" y="1302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7340125" y="745775"/>
              <a:ext cx="95100" cy="78075"/>
            </a:xfrm>
            <a:custGeom>
              <a:rect b="b" l="l" r="r" t="t"/>
              <a:pathLst>
                <a:path extrusionOk="0" h="3123" w="3804">
                  <a:moveTo>
                    <a:pt x="288" y="0"/>
                  </a:moveTo>
                  <a:cubicBezTo>
                    <a:pt x="269" y="0"/>
                    <a:pt x="251" y="3"/>
                    <a:pt x="234" y="9"/>
                  </a:cubicBezTo>
                  <a:cubicBezTo>
                    <a:pt x="0" y="75"/>
                    <a:pt x="67" y="242"/>
                    <a:pt x="100" y="375"/>
                  </a:cubicBezTo>
                  <a:cubicBezTo>
                    <a:pt x="190" y="1965"/>
                    <a:pt x="1439" y="3122"/>
                    <a:pt x="3193" y="3122"/>
                  </a:cubicBezTo>
                  <a:cubicBezTo>
                    <a:pt x="3390" y="3122"/>
                    <a:pt x="3594" y="3108"/>
                    <a:pt x="3803" y="3077"/>
                  </a:cubicBezTo>
                  <a:cubicBezTo>
                    <a:pt x="2135" y="2510"/>
                    <a:pt x="1201" y="1510"/>
                    <a:pt x="534" y="175"/>
                  </a:cubicBezTo>
                  <a:cubicBezTo>
                    <a:pt x="479" y="65"/>
                    <a:pt x="378" y="0"/>
                    <a:pt x="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7180850" y="329800"/>
              <a:ext cx="111775" cy="95975"/>
            </a:xfrm>
            <a:custGeom>
              <a:rect b="b" l="l" r="r" t="t"/>
              <a:pathLst>
                <a:path extrusionOk="0" h="3839" w="4471">
                  <a:moveTo>
                    <a:pt x="386" y="1"/>
                  </a:moveTo>
                  <a:cubicBezTo>
                    <a:pt x="337" y="1"/>
                    <a:pt x="287" y="28"/>
                    <a:pt x="234" y="102"/>
                  </a:cubicBezTo>
                  <a:cubicBezTo>
                    <a:pt x="0" y="369"/>
                    <a:pt x="334" y="469"/>
                    <a:pt x="467" y="569"/>
                  </a:cubicBezTo>
                  <a:cubicBezTo>
                    <a:pt x="1801" y="1603"/>
                    <a:pt x="3136" y="2537"/>
                    <a:pt x="4303" y="3838"/>
                  </a:cubicBezTo>
                  <a:cubicBezTo>
                    <a:pt x="4470" y="3038"/>
                    <a:pt x="4070" y="2604"/>
                    <a:pt x="3636" y="2171"/>
                  </a:cubicBezTo>
                  <a:cubicBezTo>
                    <a:pt x="2802" y="1303"/>
                    <a:pt x="1768" y="703"/>
                    <a:pt x="734" y="169"/>
                  </a:cubicBezTo>
                  <a:cubicBezTo>
                    <a:pt x="598" y="124"/>
                    <a:pt x="492" y="1"/>
                    <a:pt x="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7395150" y="750975"/>
              <a:ext cx="64250" cy="58400"/>
            </a:xfrm>
            <a:custGeom>
              <a:rect b="b" l="l" r="r" t="t"/>
              <a:pathLst>
                <a:path extrusionOk="0" h="2336" w="2570">
                  <a:moveTo>
                    <a:pt x="1" y="1"/>
                  </a:moveTo>
                  <a:cubicBezTo>
                    <a:pt x="401" y="1135"/>
                    <a:pt x="1202" y="1869"/>
                    <a:pt x="2569" y="2336"/>
                  </a:cubicBezTo>
                  <a:cubicBezTo>
                    <a:pt x="1669" y="1368"/>
                    <a:pt x="902" y="56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7184175" y="384875"/>
              <a:ext cx="45050" cy="29225"/>
            </a:xfrm>
            <a:custGeom>
              <a:rect b="b" l="l" r="r" t="t"/>
              <a:pathLst>
                <a:path extrusionOk="0" h="1169" w="1802">
                  <a:moveTo>
                    <a:pt x="1" y="1"/>
                  </a:moveTo>
                  <a:lnTo>
                    <a:pt x="1" y="1"/>
                  </a:lnTo>
                  <a:cubicBezTo>
                    <a:pt x="401" y="501"/>
                    <a:pt x="868" y="935"/>
                    <a:pt x="1802" y="1168"/>
                  </a:cubicBezTo>
                  <a:cubicBezTo>
                    <a:pt x="1168" y="535"/>
                    <a:pt x="701" y="6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7365150" y="240500"/>
              <a:ext cx="83400" cy="46850"/>
            </a:xfrm>
            <a:custGeom>
              <a:rect b="b" l="l" r="r" t="t"/>
              <a:pathLst>
                <a:path extrusionOk="0" h="1874" w="3336">
                  <a:moveTo>
                    <a:pt x="2075" y="0"/>
                  </a:moveTo>
                  <a:cubicBezTo>
                    <a:pt x="1118" y="0"/>
                    <a:pt x="205" y="720"/>
                    <a:pt x="0" y="1873"/>
                  </a:cubicBezTo>
                  <a:cubicBezTo>
                    <a:pt x="763" y="1279"/>
                    <a:pt x="1479" y="901"/>
                    <a:pt x="2309" y="901"/>
                  </a:cubicBezTo>
                  <a:cubicBezTo>
                    <a:pt x="2458" y="901"/>
                    <a:pt x="2611" y="914"/>
                    <a:pt x="2769" y="939"/>
                  </a:cubicBezTo>
                  <a:cubicBezTo>
                    <a:pt x="2833" y="960"/>
                    <a:pt x="2907" y="975"/>
                    <a:pt x="2980" y="975"/>
                  </a:cubicBezTo>
                  <a:cubicBezTo>
                    <a:pt x="3134" y="975"/>
                    <a:pt x="3280" y="910"/>
                    <a:pt x="3302" y="706"/>
                  </a:cubicBezTo>
                  <a:cubicBezTo>
                    <a:pt x="3336" y="439"/>
                    <a:pt x="3136" y="305"/>
                    <a:pt x="2936" y="205"/>
                  </a:cubicBezTo>
                  <a:cubicBezTo>
                    <a:pt x="2657" y="66"/>
                    <a:pt x="2364" y="0"/>
                    <a:pt x="20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7506075" y="93325"/>
              <a:ext cx="83425" cy="33550"/>
            </a:xfrm>
            <a:custGeom>
              <a:rect b="b" l="l" r="r" t="t"/>
              <a:pathLst>
                <a:path extrusionOk="0" h="1342" w="3337">
                  <a:moveTo>
                    <a:pt x="1401" y="0"/>
                  </a:moveTo>
                  <a:cubicBezTo>
                    <a:pt x="1007" y="0"/>
                    <a:pt x="648" y="142"/>
                    <a:pt x="434" y="421"/>
                  </a:cubicBezTo>
                  <a:cubicBezTo>
                    <a:pt x="267" y="622"/>
                    <a:pt x="0" y="922"/>
                    <a:pt x="234" y="1189"/>
                  </a:cubicBezTo>
                  <a:cubicBezTo>
                    <a:pt x="306" y="1301"/>
                    <a:pt x="371" y="1342"/>
                    <a:pt x="433" y="1342"/>
                  </a:cubicBezTo>
                  <a:cubicBezTo>
                    <a:pt x="573" y="1342"/>
                    <a:pt x="696" y="1135"/>
                    <a:pt x="834" y="1089"/>
                  </a:cubicBezTo>
                  <a:cubicBezTo>
                    <a:pt x="976" y="1010"/>
                    <a:pt x="1118" y="976"/>
                    <a:pt x="1253" y="976"/>
                  </a:cubicBezTo>
                  <a:cubicBezTo>
                    <a:pt x="1403" y="976"/>
                    <a:pt x="1545" y="1018"/>
                    <a:pt x="1668" y="1089"/>
                  </a:cubicBezTo>
                  <a:cubicBezTo>
                    <a:pt x="1901" y="1182"/>
                    <a:pt x="2133" y="1231"/>
                    <a:pt x="2382" y="1231"/>
                  </a:cubicBezTo>
                  <a:cubicBezTo>
                    <a:pt x="2669" y="1231"/>
                    <a:pt x="2979" y="1165"/>
                    <a:pt x="3336" y="1022"/>
                  </a:cubicBezTo>
                  <a:cubicBezTo>
                    <a:pt x="3103" y="822"/>
                    <a:pt x="2836" y="622"/>
                    <a:pt x="2602" y="455"/>
                  </a:cubicBezTo>
                  <a:cubicBezTo>
                    <a:pt x="2247" y="150"/>
                    <a:pt x="1806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7613650" y="263300"/>
              <a:ext cx="77575" cy="50725"/>
            </a:xfrm>
            <a:custGeom>
              <a:rect b="b" l="l" r="r" t="t"/>
              <a:pathLst>
                <a:path extrusionOk="0" h="2029" w="3103">
                  <a:moveTo>
                    <a:pt x="1415" y="1"/>
                  </a:moveTo>
                  <a:cubicBezTo>
                    <a:pt x="1050" y="1"/>
                    <a:pt x="692" y="128"/>
                    <a:pt x="334" y="327"/>
                  </a:cubicBezTo>
                  <a:cubicBezTo>
                    <a:pt x="167" y="427"/>
                    <a:pt x="1" y="594"/>
                    <a:pt x="101" y="794"/>
                  </a:cubicBezTo>
                  <a:cubicBezTo>
                    <a:pt x="134" y="861"/>
                    <a:pt x="301" y="961"/>
                    <a:pt x="367" y="961"/>
                  </a:cubicBezTo>
                  <a:cubicBezTo>
                    <a:pt x="600" y="893"/>
                    <a:pt x="819" y="861"/>
                    <a:pt x="1025" y="861"/>
                  </a:cubicBezTo>
                  <a:cubicBezTo>
                    <a:pt x="1825" y="861"/>
                    <a:pt x="2439" y="1339"/>
                    <a:pt x="2969" y="2029"/>
                  </a:cubicBezTo>
                  <a:cubicBezTo>
                    <a:pt x="3103" y="1261"/>
                    <a:pt x="2869" y="594"/>
                    <a:pt x="2169" y="194"/>
                  </a:cubicBezTo>
                  <a:cubicBezTo>
                    <a:pt x="1913" y="59"/>
                    <a:pt x="1662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7599475" y="403050"/>
              <a:ext cx="76750" cy="38575"/>
            </a:xfrm>
            <a:custGeom>
              <a:rect b="b" l="l" r="r" t="t"/>
              <a:pathLst>
                <a:path extrusionOk="0" h="1543" w="3070">
                  <a:moveTo>
                    <a:pt x="1629" y="1"/>
                  </a:moveTo>
                  <a:cubicBezTo>
                    <a:pt x="1243" y="1"/>
                    <a:pt x="860" y="148"/>
                    <a:pt x="501" y="308"/>
                  </a:cubicBezTo>
                  <a:cubicBezTo>
                    <a:pt x="234" y="408"/>
                    <a:pt x="0" y="575"/>
                    <a:pt x="67" y="875"/>
                  </a:cubicBezTo>
                  <a:cubicBezTo>
                    <a:pt x="127" y="1094"/>
                    <a:pt x="246" y="1146"/>
                    <a:pt x="388" y="1146"/>
                  </a:cubicBezTo>
                  <a:cubicBezTo>
                    <a:pt x="485" y="1146"/>
                    <a:pt x="593" y="1122"/>
                    <a:pt x="701" y="1109"/>
                  </a:cubicBezTo>
                  <a:cubicBezTo>
                    <a:pt x="906" y="1053"/>
                    <a:pt x="1112" y="1025"/>
                    <a:pt x="1314" y="1025"/>
                  </a:cubicBezTo>
                  <a:cubicBezTo>
                    <a:pt x="1835" y="1025"/>
                    <a:pt x="2337" y="1206"/>
                    <a:pt x="2769" y="1542"/>
                  </a:cubicBezTo>
                  <a:cubicBezTo>
                    <a:pt x="3069" y="942"/>
                    <a:pt x="2869" y="541"/>
                    <a:pt x="2402" y="241"/>
                  </a:cubicBezTo>
                  <a:cubicBezTo>
                    <a:pt x="2148" y="67"/>
                    <a:pt x="1888" y="1"/>
                    <a:pt x="1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7576950" y="-42925"/>
              <a:ext cx="87600" cy="35975"/>
            </a:xfrm>
            <a:custGeom>
              <a:rect b="b" l="l" r="r" t="t"/>
              <a:pathLst>
                <a:path extrusionOk="0" h="1439" w="3504">
                  <a:moveTo>
                    <a:pt x="1405" y="0"/>
                  </a:moveTo>
                  <a:cubicBezTo>
                    <a:pt x="1046" y="0"/>
                    <a:pt x="690" y="127"/>
                    <a:pt x="334" y="434"/>
                  </a:cubicBezTo>
                  <a:cubicBezTo>
                    <a:pt x="168" y="601"/>
                    <a:pt x="1" y="734"/>
                    <a:pt x="168" y="935"/>
                  </a:cubicBezTo>
                  <a:cubicBezTo>
                    <a:pt x="217" y="996"/>
                    <a:pt x="270" y="1017"/>
                    <a:pt x="325" y="1017"/>
                  </a:cubicBezTo>
                  <a:cubicBezTo>
                    <a:pt x="419" y="1017"/>
                    <a:pt x="517" y="956"/>
                    <a:pt x="601" y="935"/>
                  </a:cubicBezTo>
                  <a:cubicBezTo>
                    <a:pt x="790" y="821"/>
                    <a:pt x="979" y="775"/>
                    <a:pt x="1166" y="775"/>
                  </a:cubicBezTo>
                  <a:cubicBezTo>
                    <a:pt x="1475" y="775"/>
                    <a:pt x="1778" y="902"/>
                    <a:pt x="2069" y="1068"/>
                  </a:cubicBezTo>
                  <a:cubicBezTo>
                    <a:pt x="2440" y="1253"/>
                    <a:pt x="2839" y="1439"/>
                    <a:pt x="3372" y="1439"/>
                  </a:cubicBezTo>
                  <a:cubicBezTo>
                    <a:pt x="3415" y="1439"/>
                    <a:pt x="3459" y="1437"/>
                    <a:pt x="3503" y="1435"/>
                  </a:cubicBezTo>
                  <a:cubicBezTo>
                    <a:pt x="3270" y="935"/>
                    <a:pt x="2970" y="601"/>
                    <a:pt x="2569" y="368"/>
                  </a:cubicBezTo>
                  <a:cubicBezTo>
                    <a:pt x="2174" y="144"/>
                    <a:pt x="1787" y="0"/>
                    <a:pt x="1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7616975" y="113625"/>
              <a:ext cx="73425" cy="37775"/>
            </a:xfrm>
            <a:custGeom>
              <a:rect b="b" l="l" r="r" t="t"/>
              <a:pathLst>
                <a:path extrusionOk="0" h="1511" w="2937">
                  <a:moveTo>
                    <a:pt x="1555" y="0"/>
                  </a:moveTo>
                  <a:cubicBezTo>
                    <a:pt x="1483" y="0"/>
                    <a:pt x="1410" y="4"/>
                    <a:pt x="1335" y="10"/>
                  </a:cubicBezTo>
                  <a:cubicBezTo>
                    <a:pt x="568" y="110"/>
                    <a:pt x="101" y="644"/>
                    <a:pt x="1" y="1511"/>
                  </a:cubicBezTo>
                  <a:cubicBezTo>
                    <a:pt x="426" y="1055"/>
                    <a:pt x="865" y="888"/>
                    <a:pt x="1323" y="888"/>
                  </a:cubicBezTo>
                  <a:cubicBezTo>
                    <a:pt x="1836" y="888"/>
                    <a:pt x="2372" y="1097"/>
                    <a:pt x="2936" y="1344"/>
                  </a:cubicBezTo>
                  <a:cubicBezTo>
                    <a:pt x="2815" y="315"/>
                    <a:pt x="2255" y="0"/>
                    <a:pt x="1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7491900" y="392400"/>
              <a:ext cx="70900" cy="34900"/>
            </a:xfrm>
            <a:custGeom>
              <a:rect b="b" l="l" r="r" t="t"/>
              <a:pathLst>
                <a:path extrusionOk="0" h="1396" w="2836">
                  <a:moveTo>
                    <a:pt x="1335" y="0"/>
                  </a:moveTo>
                  <a:cubicBezTo>
                    <a:pt x="801" y="0"/>
                    <a:pt x="467" y="334"/>
                    <a:pt x="167" y="767"/>
                  </a:cubicBezTo>
                  <a:cubicBezTo>
                    <a:pt x="34" y="934"/>
                    <a:pt x="0" y="1134"/>
                    <a:pt x="134" y="1301"/>
                  </a:cubicBezTo>
                  <a:cubicBezTo>
                    <a:pt x="181" y="1348"/>
                    <a:pt x="295" y="1395"/>
                    <a:pt x="381" y="1395"/>
                  </a:cubicBezTo>
                  <a:cubicBezTo>
                    <a:pt x="417" y="1395"/>
                    <a:pt x="448" y="1387"/>
                    <a:pt x="467" y="1368"/>
                  </a:cubicBezTo>
                  <a:cubicBezTo>
                    <a:pt x="726" y="1084"/>
                    <a:pt x="1014" y="1005"/>
                    <a:pt x="1318" y="1005"/>
                  </a:cubicBezTo>
                  <a:cubicBezTo>
                    <a:pt x="1702" y="1005"/>
                    <a:pt x="2112" y="1130"/>
                    <a:pt x="2521" y="1130"/>
                  </a:cubicBezTo>
                  <a:cubicBezTo>
                    <a:pt x="2626" y="1130"/>
                    <a:pt x="2731" y="1122"/>
                    <a:pt x="2836" y="1101"/>
                  </a:cubicBezTo>
                  <a:cubicBezTo>
                    <a:pt x="2502" y="334"/>
                    <a:pt x="2035" y="0"/>
                    <a:pt x="1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7488550" y="244900"/>
              <a:ext cx="66750" cy="34925"/>
            </a:xfrm>
            <a:custGeom>
              <a:rect b="b" l="l" r="r" t="t"/>
              <a:pathLst>
                <a:path extrusionOk="0" h="1397" w="2670">
                  <a:moveTo>
                    <a:pt x="1267" y="0"/>
                  </a:moveTo>
                  <a:cubicBezTo>
                    <a:pt x="1173" y="0"/>
                    <a:pt x="1074" y="10"/>
                    <a:pt x="968" y="29"/>
                  </a:cubicBezTo>
                  <a:cubicBezTo>
                    <a:pt x="301" y="129"/>
                    <a:pt x="1" y="630"/>
                    <a:pt x="168" y="1397"/>
                  </a:cubicBezTo>
                  <a:cubicBezTo>
                    <a:pt x="491" y="1159"/>
                    <a:pt x="649" y="1042"/>
                    <a:pt x="973" y="1042"/>
                  </a:cubicBezTo>
                  <a:cubicBezTo>
                    <a:pt x="1286" y="1042"/>
                    <a:pt x="1753" y="1151"/>
                    <a:pt x="2670" y="1364"/>
                  </a:cubicBezTo>
                  <a:cubicBezTo>
                    <a:pt x="2375" y="539"/>
                    <a:pt x="1977" y="0"/>
                    <a:pt x="1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7521925" y="-204875"/>
              <a:ext cx="79250" cy="31050"/>
            </a:xfrm>
            <a:custGeom>
              <a:rect b="b" l="l" r="r" t="t"/>
              <a:pathLst>
                <a:path extrusionOk="0" h="1242" w="3170">
                  <a:moveTo>
                    <a:pt x="1465" y="1"/>
                  </a:moveTo>
                  <a:cubicBezTo>
                    <a:pt x="1412" y="1"/>
                    <a:pt x="1357" y="3"/>
                    <a:pt x="1301" y="7"/>
                  </a:cubicBezTo>
                  <a:cubicBezTo>
                    <a:pt x="667" y="41"/>
                    <a:pt x="234" y="408"/>
                    <a:pt x="0" y="1175"/>
                  </a:cubicBezTo>
                  <a:cubicBezTo>
                    <a:pt x="391" y="906"/>
                    <a:pt x="769" y="812"/>
                    <a:pt x="1146" y="812"/>
                  </a:cubicBezTo>
                  <a:cubicBezTo>
                    <a:pt x="1799" y="812"/>
                    <a:pt x="2451" y="1094"/>
                    <a:pt x="3169" y="1242"/>
                  </a:cubicBezTo>
                  <a:cubicBezTo>
                    <a:pt x="2733" y="432"/>
                    <a:pt x="2211" y="1"/>
                    <a:pt x="1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7407675" y="93800"/>
              <a:ext cx="64225" cy="45100"/>
            </a:xfrm>
            <a:custGeom>
              <a:rect b="b" l="l" r="r" t="t"/>
              <a:pathLst>
                <a:path extrusionOk="0" h="1804" w="2569">
                  <a:moveTo>
                    <a:pt x="1398" y="1"/>
                  </a:moveTo>
                  <a:cubicBezTo>
                    <a:pt x="1238" y="1"/>
                    <a:pt x="1072" y="34"/>
                    <a:pt x="901" y="102"/>
                  </a:cubicBezTo>
                  <a:cubicBezTo>
                    <a:pt x="234" y="336"/>
                    <a:pt x="0" y="903"/>
                    <a:pt x="100" y="1803"/>
                  </a:cubicBezTo>
                  <a:cubicBezTo>
                    <a:pt x="697" y="1099"/>
                    <a:pt x="1293" y="746"/>
                    <a:pt x="2032" y="746"/>
                  </a:cubicBezTo>
                  <a:cubicBezTo>
                    <a:pt x="2203" y="746"/>
                    <a:pt x="2381" y="765"/>
                    <a:pt x="2569" y="803"/>
                  </a:cubicBezTo>
                  <a:cubicBezTo>
                    <a:pt x="2271" y="282"/>
                    <a:pt x="1863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7481900" y="-34775"/>
              <a:ext cx="60900" cy="22725"/>
            </a:xfrm>
            <a:custGeom>
              <a:rect b="b" l="l" r="r" t="t"/>
              <a:pathLst>
                <a:path extrusionOk="0" h="909" w="2436">
                  <a:moveTo>
                    <a:pt x="1411" y="1"/>
                  </a:moveTo>
                  <a:cubicBezTo>
                    <a:pt x="918" y="1"/>
                    <a:pt x="385" y="301"/>
                    <a:pt x="0" y="909"/>
                  </a:cubicBezTo>
                  <a:cubicBezTo>
                    <a:pt x="405" y="821"/>
                    <a:pt x="773" y="779"/>
                    <a:pt x="1128" y="779"/>
                  </a:cubicBezTo>
                  <a:cubicBezTo>
                    <a:pt x="1446" y="779"/>
                    <a:pt x="1753" y="812"/>
                    <a:pt x="2068" y="875"/>
                  </a:cubicBezTo>
                  <a:cubicBezTo>
                    <a:pt x="2117" y="885"/>
                    <a:pt x="2165" y="892"/>
                    <a:pt x="2210" y="892"/>
                  </a:cubicBezTo>
                  <a:cubicBezTo>
                    <a:pt x="2321" y="892"/>
                    <a:pt x="2412" y="851"/>
                    <a:pt x="2435" y="709"/>
                  </a:cubicBezTo>
                  <a:cubicBezTo>
                    <a:pt x="2435" y="575"/>
                    <a:pt x="2368" y="442"/>
                    <a:pt x="2268" y="375"/>
                  </a:cubicBezTo>
                  <a:cubicBezTo>
                    <a:pt x="2033" y="126"/>
                    <a:pt x="1730" y="1"/>
                    <a:pt x="1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" name="Google Shape;225;p2"/>
          <p:cNvGrpSpPr/>
          <p:nvPr/>
        </p:nvGrpSpPr>
        <p:grpSpPr>
          <a:xfrm>
            <a:off x="8315357" y="4005326"/>
            <a:ext cx="588608" cy="589939"/>
            <a:chOff x="5720625" y="3903225"/>
            <a:chExt cx="641325" cy="642775"/>
          </a:xfrm>
        </p:grpSpPr>
        <p:sp>
          <p:nvSpPr>
            <p:cNvPr id="226" name="Google Shape;226;p2"/>
            <p:cNvSpPr/>
            <p:nvPr/>
          </p:nvSpPr>
          <p:spPr>
            <a:xfrm>
              <a:off x="5720625" y="3903225"/>
              <a:ext cx="641325" cy="642775"/>
            </a:xfrm>
            <a:custGeom>
              <a:rect b="b" l="l" r="r" t="t"/>
              <a:pathLst>
                <a:path extrusionOk="0" h="25711" w="25653">
                  <a:moveTo>
                    <a:pt x="17046" y="334"/>
                  </a:moveTo>
                  <a:cubicBezTo>
                    <a:pt x="17069" y="334"/>
                    <a:pt x="17091" y="334"/>
                    <a:pt x="17113" y="335"/>
                  </a:cubicBezTo>
                  <a:cubicBezTo>
                    <a:pt x="17613" y="368"/>
                    <a:pt x="17680" y="635"/>
                    <a:pt x="17613" y="1035"/>
                  </a:cubicBezTo>
                  <a:cubicBezTo>
                    <a:pt x="17480" y="1669"/>
                    <a:pt x="17246" y="2169"/>
                    <a:pt x="17046" y="2670"/>
                  </a:cubicBezTo>
                  <a:cubicBezTo>
                    <a:pt x="16379" y="4304"/>
                    <a:pt x="15712" y="5939"/>
                    <a:pt x="15345" y="7640"/>
                  </a:cubicBezTo>
                  <a:cubicBezTo>
                    <a:pt x="15345" y="7706"/>
                    <a:pt x="15278" y="7807"/>
                    <a:pt x="15212" y="7940"/>
                  </a:cubicBezTo>
                  <a:cubicBezTo>
                    <a:pt x="14845" y="5472"/>
                    <a:pt x="15445" y="3270"/>
                    <a:pt x="16046" y="1035"/>
                  </a:cubicBezTo>
                  <a:lnTo>
                    <a:pt x="16046" y="1035"/>
                  </a:lnTo>
                  <a:cubicBezTo>
                    <a:pt x="14511" y="3036"/>
                    <a:pt x="14478" y="5338"/>
                    <a:pt x="14811" y="7706"/>
                  </a:cubicBezTo>
                  <a:cubicBezTo>
                    <a:pt x="13377" y="6139"/>
                    <a:pt x="12977" y="3870"/>
                    <a:pt x="13711" y="2303"/>
                  </a:cubicBezTo>
                  <a:cubicBezTo>
                    <a:pt x="14267" y="1222"/>
                    <a:pt x="15822" y="334"/>
                    <a:pt x="17046" y="334"/>
                  </a:cubicBezTo>
                  <a:close/>
                  <a:moveTo>
                    <a:pt x="21359" y="5161"/>
                  </a:moveTo>
                  <a:cubicBezTo>
                    <a:pt x="21692" y="5161"/>
                    <a:pt x="22032" y="5206"/>
                    <a:pt x="22383" y="5305"/>
                  </a:cubicBezTo>
                  <a:cubicBezTo>
                    <a:pt x="22650" y="5371"/>
                    <a:pt x="22884" y="5472"/>
                    <a:pt x="23117" y="5605"/>
                  </a:cubicBezTo>
                  <a:cubicBezTo>
                    <a:pt x="23851" y="6039"/>
                    <a:pt x="23885" y="6806"/>
                    <a:pt x="23284" y="7373"/>
                  </a:cubicBezTo>
                  <a:cubicBezTo>
                    <a:pt x="22850" y="7773"/>
                    <a:pt x="22350" y="7973"/>
                    <a:pt x="21816" y="8107"/>
                  </a:cubicBezTo>
                  <a:cubicBezTo>
                    <a:pt x="20182" y="8507"/>
                    <a:pt x="18547" y="8474"/>
                    <a:pt x="16880" y="8640"/>
                  </a:cubicBezTo>
                  <a:cubicBezTo>
                    <a:pt x="18447" y="7773"/>
                    <a:pt x="20149" y="7340"/>
                    <a:pt x="22050" y="7139"/>
                  </a:cubicBezTo>
                  <a:cubicBezTo>
                    <a:pt x="21657" y="6899"/>
                    <a:pt x="21321" y="6830"/>
                    <a:pt x="20995" y="6830"/>
                  </a:cubicBezTo>
                  <a:cubicBezTo>
                    <a:pt x="20823" y="6830"/>
                    <a:pt x="20655" y="6850"/>
                    <a:pt x="20482" y="6873"/>
                  </a:cubicBezTo>
                  <a:cubicBezTo>
                    <a:pt x="18848" y="7173"/>
                    <a:pt x="17347" y="7773"/>
                    <a:pt x="15979" y="8707"/>
                  </a:cubicBezTo>
                  <a:cubicBezTo>
                    <a:pt x="16779" y="7306"/>
                    <a:pt x="17880" y="6272"/>
                    <a:pt x="19381" y="5638"/>
                  </a:cubicBezTo>
                  <a:cubicBezTo>
                    <a:pt x="20031" y="5347"/>
                    <a:pt x="20680" y="5161"/>
                    <a:pt x="21359" y="5161"/>
                  </a:cubicBezTo>
                  <a:close/>
                  <a:moveTo>
                    <a:pt x="8528" y="3983"/>
                  </a:moveTo>
                  <a:cubicBezTo>
                    <a:pt x="8611" y="3983"/>
                    <a:pt x="8675" y="4044"/>
                    <a:pt x="8707" y="4237"/>
                  </a:cubicBezTo>
                  <a:cubicBezTo>
                    <a:pt x="9041" y="5872"/>
                    <a:pt x="10141" y="6973"/>
                    <a:pt x="11376" y="7873"/>
                  </a:cubicBezTo>
                  <a:cubicBezTo>
                    <a:pt x="11642" y="8040"/>
                    <a:pt x="11876" y="8240"/>
                    <a:pt x="12109" y="8474"/>
                  </a:cubicBezTo>
                  <a:cubicBezTo>
                    <a:pt x="10842" y="8073"/>
                    <a:pt x="9708" y="7473"/>
                    <a:pt x="8674" y="6639"/>
                  </a:cubicBezTo>
                  <a:lnTo>
                    <a:pt x="8674" y="6639"/>
                  </a:lnTo>
                  <a:cubicBezTo>
                    <a:pt x="9441" y="7773"/>
                    <a:pt x="10575" y="8307"/>
                    <a:pt x="11676" y="8941"/>
                  </a:cubicBezTo>
                  <a:cubicBezTo>
                    <a:pt x="10041" y="8707"/>
                    <a:pt x="8607" y="8207"/>
                    <a:pt x="7606" y="6839"/>
                  </a:cubicBezTo>
                  <a:cubicBezTo>
                    <a:pt x="6839" y="5838"/>
                    <a:pt x="7139" y="4538"/>
                    <a:pt x="8207" y="4104"/>
                  </a:cubicBezTo>
                  <a:cubicBezTo>
                    <a:pt x="8327" y="4052"/>
                    <a:pt x="8439" y="3983"/>
                    <a:pt x="8528" y="3983"/>
                  </a:cubicBezTo>
                  <a:close/>
                  <a:moveTo>
                    <a:pt x="17018" y="4092"/>
                  </a:moveTo>
                  <a:cubicBezTo>
                    <a:pt x="17066" y="4092"/>
                    <a:pt x="17120" y="4107"/>
                    <a:pt x="17180" y="4137"/>
                  </a:cubicBezTo>
                  <a:cubicBezTo>
                    <a:pt x="17880" y="4471"/>
                    <a:pt x="18514" y="4804"/>
                    <a:pt x="19148" y="5305"/>
                  </a:cubicBezTo>
                  <a:cubicBezTo>
                    <a:pt x="18314" y="5705"/>
                    <a:pt x="17647" y="6205"/>
                    <a:pt x="17013" y="6839"/>
                  </a:cubicBezTo>
                  <a:cubicBezTo>
                    <a:pt x="16379" y="7473"/>
                    <a:pt x="15845" y="8140"/>
                    <a:pt x="15512" y="8974"/>
                  </a:cubicBezTo>
                  <a:cubicBezTo>
                    <a:pt x="15779" y="7373"/>
                    <a:pt x="16212" y="5838"/>
                    <a:pt x="16779" y="4337"/>
                  </a:cubicBezTo>
                  <a:cubicBezTo>
                    <a:pt x="16826" y="4174"/>
                    <a:pt x="16906" y="4092"/>
                    <a:pt x="17018" y="4092"/>
                  </a:cubicBezTo>
                  <a:close/>
                  <a:moveTo>
                    <a:pt x="16046" y="11476"/>
                  </a:moveTo>
                  <a:lnTo>
                    <a:pt x="16046" y="11476"/>
                  </a:lnTo>
                  <a:cubicBezTo>
                    <a:pt x="17113" y="12977"/>
                    <a:pt x="18314" y="14345"/>
                    <a:pt x="20115" y="15045"/>
                  </a:cubicBezTo>
                  <a:cubicBezTo>
                    <a:pt x="19648" y="14478"/>
                    <a:pt x="19048" y="14044"/>
                    <a:pt x="18514" y="13611"/>
                  </a:cubicBezTo>
                  <a:cubicBezTo>
                    <a:pt x="17980" y="13144"/>
                    <a:pt x="17480" y="12610"/>
                    <a:pt x="16946" y="11876"/>
                  </a:cubicBezTo>
                  <a:lnTo>
                    <a:pt x="16946" y="11876"/>
                  </a:lnTo>
                  <a:cubicBezTo>
                    <a:pt x="17947" y="12376"/>
                    <a:pt x="18848" y="12777"/>
                    <a:pt x="19682" y="13210"/>
                  </a:cubicBezTo>
                  <a:cubicBezTo>
                    <a:pt x="20749" y="13811"/>
                    <a:pt x="21183" y="14678"/>
                    <a:pt x="20882" y="15679"/>
                  </a:cubicBezTo>
                  <a:cubicBezTo>
                    <a:pt x="20715" y="16253"/>
                    <a:pt x="20324" y="16553"/>
                    <a:pt x="19833" y="16553"/>
                  </a:cubicBezTo>
                  <a:cubicBezTo>
                    <a:pt x="19640" y="16553"/>
                    <a:pt x="19431" y="16507"/>
                    <a:pt x="19215" y="16413"/>
                  </a:cubicBezTo>
                  <a:lnTo>
                    <a:pt x="18981" y="16313"/>
                  </a:lnTo>
                  <a:cubicBezTo>
                    <a:pt x="17347" y="15078"/>
                    <a:pt x="16646" y="13310"/>
                    <a:pt x="16046" y="11476"/>
                  </a:cubicBezTo>
                  <a:close/>
                  <a:moveTo>
                    <a:pt x="14444" y="10642"/>
                  </a:moveTo>
                  <a:lnTo>
                    <a:pt x="14444" y="10642"/>
                  </a:lnTo>
                  <a:cubicBezTo>
                    <a:pt x="13977" y="11676"/>
                    <a:pt x="13644" y="12643"/>
                    <a:pt x="13510" y="13611"/>
                  </a:cubicBezTo>
                  <a:cubicBezTo>
                    <a:pt x="13377" y="14478"/>
                    <a:pt x="13277" y="15379"/>
                    <a:pt x="13144" y="16279"/>
                  </a:cubicBezTo>
                  <a:cubicBezTo>
                    <a:pt x="13043" y="16846"/>
                    <a:pt x="12843" y="17447"/>
                    <a:pt x="12510" y="17947"/>
                  </a:cubicBezTo>
                  <a:cubicBezTo>
                    <a:pt x="12258" y="18262"/>
                    <a:pt x="12006" y="18517"/>
                    <a:pt x="11587" y="18517"/>
                  </a:cubicBezTo>
                  <a:cubicBezTo>
                    <a:pt x="11561" y="18517"/>
                    <a:pt x="11536" y="18516"/>
                    <a:pt x="11509" y="18514"/>
                  </a:cubicBezTo>
                  <a:cubicBezTo>
                    <a:pt x="11042" y="18481"/>
                    <a:pt x="10909" y="18114"/>
                    <a:pt x="10809" y="17780"/>
                  </a:cubicBezTo>
                  <a:cubicBezTo>
                    <a:pt x="9574" y="14812"/>
                    <a:pt x="10809" y="11809"/>
                    <a:pt x="13811" y="10675"/>
                  </a:cubicBezTo>
                  <a:lnTo>
                    <a:pt x="13811" y="10675"/>
                  </a:lnTo>
                  <a:cubicBezTo>
                    <a:pt x="12109" y="12543"/>
                    <a:pt x="11342" y="14678"/>
                    <a:pt x="11809" y="17113"/>
                  </a:cubicBezTo>
                  <a:cubicBezTo>
                    <a:pt x="12176" y="15312"/>
                    <a:pt x="12310" y="13477"/>
                    <a:pt x="13344" y="11943"/>
                  </a:cubicBezTo>
                  <a:cubicBezTo>
                    <a:pt x="13644" y="11509"/>
                    <a:pt x="13944" y="11109"/>
                    <a:pt x="14444" y="10642"/>
                  </a:cubicBezTo>
                  <a:close/>
                  <a:moveTo>
                    <a:pt x="12532" y="2301"/>
                  </a:moveTo>
                  <a:cubicBezTo>
                    <a:pt x="12591" y="2301"/>
                    <a:pt x="12650" y="2302"/>
                    <a:pt x="12710" y="2303"/>
                  </a:cubicBezTo>
                  <a:cubicBezTo>
                    <a:pt x="13144" y="2303"/>
                    <a:pt x="13244" y="2369"/>
                    <a:pt x="13077" y="2836"/>
                  </a:cubicBezTo>
                  <a:cubicBezTo>
                    <a:pt x="12643" y="4437"/>
                    <a:pt x="13043" y="5872"/>
                    <a:pt x="13911" y="7206"/>
                  </a:cubicBezTo>
                  <a:cubicBezTo>
                    <a:pt x="14311" y="7840"/>
                    <a:pt x="14745" y="8440"/>
                    <a:pt x="15012" y="9174"/>
                  </a:cubicBezTo>
                  <a:cubicBezTo>
                    <a:pt x="14545" y="9141"/>
                    <a:pt x="14244" y="8874"/>
                    <a:pt x="13877" y="8707"/>
                  </a:cubicBezTo>
                  <a:cubicBezTo>
                    <a:pt x="12677" y="8173"/>
                    <a:pt x="11576" y="7440"/>
                    <a:pt x="10675" y="6506"/>
                  </a:cubicBezTo>
                  <a:cubicBezTo>
                    <a:pt x="9975" y="5838"/>
                    <a:pt x="9474" y="5038"/>
                    <a:pt x="9241" y="4037"/>
                  </a:cubicBezTo>
                  <a:cubicBezTo>
                    <a:pt x="9169" y="3561"/>
                    <a:pt x="8945" y="3322"/>
                    <a:pt x="8579" y="3322"/>
                  </a:cubicBezTo>
                  <a:cubicBezTo>
                    <a:pt x="8433" y="3322"/>
                    <a:pt x="8264" y="3360"/>
                    <a:pt x="8073" y="3437"/>
                  </a:cubicBezTo>
                  <a:cubicBezTo>
                    <a:pt x="6572" y="3937"/>
                    <a:pt x="6038" y="5672"/>
                    <a:pt x="6906" y="7106"/>
                  </a:cubicBezTo>
                  <a:cubicBezTo>
                    <a:pt x="7540" y="8107"/>
                    <a:pt x="8507" y="8707"/>
                    <a:pt x="9574" y="9107"/>
                  </a:cubicBezTo>
                  <a:cubicBezTo>
                    <a:pt x="10705" y="9509"/>
                    <a:pt x="11892" y="9703"/>
                    <a:pt x="13079" y="9703"/>
                  </a:cubicBezTo>
                  <a:cubicBezTo>
                    <a:pt x="13468" y="9703"/>
                    <a:pt x="13857" y="9682"/>
                    <a:pt x="14244" y="9641"/>
                  </a:cubicBezTo>
                  <a:lnTo>
                    <a:pt x="14578" y="9641"/>
                  </a:lnTo>
                  <a:cubicBezTo>
                    <a:pt x="13310" y="10108"/>
                    <a:pt x="12076" y="10642"/>
                    <a:pt x="11142" y="11676"/>
                  </a:cubicBezTo>
                  <a:cubicBezTo>
                    <a:pt x="9574" y="13310"/>
                    <a:pt x="9174" y="16046"/>
                    <a:pt x="10208" y="17880"/>
                  </a:cubicBezTo>
                  <a:cubicBezTo>
                    <a:pt x="10508" y="18447"/>
                    <a:pt x="10909" y="18881"/>
                    <a:pt x="11642" y="18881"/>
                  </a:cubicBezTo>
                  <a:cubicBezTo>
                    <a:pt x="12310" y="18881"/>
                    <a:pt x="12710" y="18414"/>
                    <a:pt x="13043" y="17880"/>
                  </a:cubicBezTo>
                  <a:cubicBezTo>
                    <a:pt x="13711" y="16713"/>
                    <a:pt x="13877" y="15479"/>
                    <a:pt x="14044" y="14178"/>
                  </a:cubicBezTo>
                  <a:cubicBezTo>
                    <a:pt x="14211" y="12843"/>
                    <a:pt x="14711" y="11609"/>
                    <a:pt x="15312" y="10308"/>
                  </a:cubicBezTo>
                  <a:cubicBezTo>
                    <a:pt x="15479" y="10542"/>
                    <a:pt x="15479" y="10809"/>
                    <a:pt x="15512" y="11042"/>
                  </a:cubicBezTo>
                  <a:cubicBezTo>
                    <a:pt x="15879" y="13010"/>
                    <a:pt x="16679" y="14778"/>
                    <a:pt x="18047" y="16213"/>
                  </a:cubicBezTo>
                  <a:lnTo>
                    <a:pt x="18281" y="16446"/>
                  </a:lnTo>
                  <a:cubicBezTo>
                    <a:pt x="18788" y="16899"/>
                    <a:pt x="19315" y="17126"/>
                    <a:pt x="19809" y="17126"/>
                  </a:cubicBezTo>
                  <a:cubicBezTo>
                    <a:pt x="20223" y="17126"/>
                    <a:pt x="20614" y="16966"/>
                    <a:pt x="20949" y="16646"/>
                  </a:cubicBezTo>
                  <a:cubicBezTo>
                    <a:pt x="21683" y="15879"/>
                    <a:pt x="21716" y="14478"/>
                    <a:pt x="20982" y="13611"/>
                  </a:cubicBezTo>
                  <a:cubicBezTo>
                    <a:pt x="20382" y="12944"/>
                    <a:pt x="19615" y="12543"/>
                    <a:pt x="18814" y="12210"/>
                  </a:cubicBezTo>
                  <a:cubicBezTo>
                    <a:pt x="17814" y="11809"/>
                    <a:pt x="16846" y="11309"/>
                    <a:pt x="16112" y="10508"/>
                  </a:cubicBezTo>
                  <a:cubicBezTo>
                    <a:pt x="15879" y="10308"/>
                    <a:pt x="15712" y="10075"/>
                    <a:pt x="15579" y="9808"/>
                  </a:cubicBezTo>
                  <a:cubicBezTo>
                    <a:pt x="16312" y="9474"/>
                    <a:pt x="17013" y="9208"/>
                    <a:pt x="17780" y="9141"/>
                  </a:cubicBezTo>
                  <a:cubicBezTo>
                    <a:pt x="19181" y="9007"/>
                    <a:pt x="20549" y="8974"/>
                    <a:pt x="21950" y="8574"/>
                  </a:cubicBezTo>
                  <a:cubicBezTo>
                    <a:pt x="21995" y="8566"/>
                    <a:pt x="22035" y="8562"/>
                    <a:pt x="22071" y="8562"/>
                  </a:cubicBezTo>
                  <a:cubicBezTo>
                    <a:pt x="22195" y="8562"/>
                    <a:pt x="22273" y="8611"/>
                    <a:pt x="22350" y="8741"/>
                  </a:cubicBezTo>
                  <a:cubicBezTo>
                    <a:pt x="24618" y="12376"/>
                    <a:pt x="24752" y="16980"/>
                    <a:pt x="22250" y="20215"/>
                  </a:cubicBezTo>
                  <a:cubicBezTo>
                    <a:pt x="20549" y="22384"/>
                    <a:pt x="18214" y="23651"/>
                    <a:pt x="15645" y="24352"/>
                  </a:cubicBezTo>
                  <a:cubicBezTo>
                    <a:pt x="14585" y="24650"/>
                    <a:pt x="13516" y="24793"/>
                    <a:pt x="12464" y="24793"/>
                  </a:cubicBezTo>
                  <a:cubicBezTo>
                    <a:pt x="7159" y="24793"/>
                    <a:pt x="2287" y="21163"/>
                    <a:pt x="1202" y="15512"/>
                  </a:cubicBezTo>
                  <a:cubicBezTo>
                    <a:pt x="334" y="11009"/>
                    <a:pt x="2503" y="6339"/>
                    <a:pt x="6739" y="3870"/>
                  </a:cubicBezTo>
                  <a:cubicBezTo>
                    <a:pt x="8555" y="2865"/>
                    <a:pt x="10465" y="2301"/>
                    <a:pt x="12532" y="2301"/>
                  </a:cubicBezTo>
                  <a:close/>
                  <a:moveTo>
                    <a:pt x="17013" y="1"/>
                  </a:moveTo>
                  <a:cubicBezTo>
                    <a:pt x="15879" y="1"/>
                    <a:pt x="14845" y="368"/>
                    <a:pt x="14111" y="1168"/>
                  </a:cubicBezTo>
                  <a:cubicBezTo>
                    <a:pt x="13719" y="1586"/>
                    <a:pt x="13307" y="1779"/>
                    <a:pt x="12842" y="1779"/>
                  </a:cubicBezTo>
                  <a:cubicBezTo>
                    <a:pt x="12713" y="1779"/>
                    <a:pt x="12581" y="1764"/>
                    <a:pt x="12443" y="1736"/>
                  </a:cubicBezTo>
                  <a:lnTo>
                    <a:pt x="12143" y="1736"/>
                  </a:lnTo>
                  <a:cubicBezTo>
                    <a:pt x="10575" y="1736"/>
                    <a:pt x="8907" y="2102"/>
                    <a:pt x="7339" y="2870"/>
                  </a:cubicBezTo>
                  <a:cubicBezTo>
                    <a:pt x="3203" y="4904"/>
                    <a:pt x="568" y="8173"/>
                    <a:pt x="301" y="12877"/>
                  </a:cubicBezTo>
                  <a:cubicBezTo>
                    <a:pt x="1" y="18014"/>
                    <a:pt x="2803" y="23251"/>
                    <a:pt x="9141" y="25186"/>
                  </a:cubicBezTo>
                  <a:cubicBezTo>
                    <a:pt x="10350" y="25544"/>
                    <a:pt x="11531" y="25711"/>
                    <a:pt x="12685" y="25711"/>
                  </a:cubicBezTo>
                  <a:cubicBezTo>
                    <a:pt x="15510" y="25711"/>
                    <a:pt x="18172" y="24709"/>
                    <a:pt x="20682" y="23051"/>
                  </a:cubicBezTo>
                  <a:cubicBezTo>
                    <a:pt x="22450" y="21883"/>
                    <a:pt x="23718" y="20349"/>
                    <a:pt x="24452" y="18347"/>
                  </a:cubicBezTo>
                  <a:cubicBezTo>
                    <a:pt x="25652" y="14912"/>
                    <a:pt x="25152" y="11676"/>
                    <a:pt x="23384" y="8540"/>
                  </a:cubicBezTo>
                  <a:cubicBezTo>
                    <a:pt x="23284" y="8307"/>
                    <a:pt x="23084" y="8140"/>
                    <a:pt x="23418" y="7840"/>
                  </a:cubicBezTo>
                  <a:cubicBezTo>
                    <a:pt x="24518" y="6906"/>
                    <a:pt x="24251" y="5638"/>
                    <a:pt x="22984" y="5038"/>
                  </a:cubicBezTo>
                  <a:cubicBezTo>
                    <a:pt x="22462" y="4821"/>
                    <a:pt x="21941" y="4717"/>
                    <a:pt x="21410" y="4717"/>
                  </a:cubicBezTo>
                  <a:cubicBezTo>
                    <a:pt x="21126" y="4717"/>
                    <a:pt x="20839" y="4746"/>
                    <a:pt x="20549" y="4804"/>
                  </a:cubicBezTo>
                  <a:cubicBezTo>
                    <a:pt x="20461" y="4817"/>
                    <a:pt x="20377" y="4830"/>
                    <a:pt x="20295" y="4830"/>
                  </a:cubicBezTo>
                  <a:cubicBezTo>
                    <a:pt x="20159" y="4830"/>
                    <a:pt x="20027" y="4795"/>
                    <a:pt x="19882" y="4671"/>
                  </a:cubicBezTo>
                  <a:cubicBezTo>
                    <a:pt x="19181" y="4037"/>
                    <a:pt x="18381" y="3704"/>
                    <a:pt x="17513" y="3470"/>
                  </a:cubicBezTo>
                  <a:cubicBezTo>
                    <a:pt x="17146" y="3337"/>
                    <a:pt x="17180" y="3203"/>
                    <a:pt x="17313" y="2903"/>
                  </a:cubicBezTo>
                  <a:cubicBezTo>
                    <a:pt x="17613" y="2369"/>
                    <a:pt x="17847" y="1802"/>
                    <a:pt x="17980" y="1168"/>
                  </a:cubicBezTo>
                  <a:cubicBezTo>
                    <a:pt x="18147" y="435"/>
                    <a:pt x="17780" y="1"/>
                    <a:pt x="17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5764125" y="4122450"/>
              <a:ext cx="106650" cy="121050"/>
            </a:xfrm>
            <a:custGeom>
              <a:rect b="b" l="l" r="r" t="t"/>
              <a:pathLst>
                <a:path extrusionOk="0" h="4842" w="4266">
                  <a:moveTo>
                    <a:pt x="4161" y="1"/>
                  </a:moveTo>
                  <a:cubicBezTo>
                    <a:pt x="2492" y="1"/>
                    <a:pt x="1" y="3077"/>
                    <a:pt x="262" y="4842"/>
                  </a:cubicBezTo>
                  <a:cubicBezTo>
                    <a:pt x="1230" y="2907"/>
                    <a:pt x="2364" y="1172"/>
                    <a:pt x="4265" y="5"/>
                  </a:cubicBezTo>
                  <a:cubicBezTo>
                    <a:pt x="4231" y="2"/>
                    <a:pt x="4196" y="1"/>
                    <a:pt x="4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5791525" y="4180925"/>
              <a:ext cx="60900" cy="95925"/>
            </a:xfrm>
            <a:custGeom>
              <a:rect b="b" l="l" r="r" t="t"/>
              <a:pathLst>
                <a:path extrusionOk="0" h="3837" w="2436">
                  <a:moveTo>
                    <a:pt x="2435" y="1"/>
                  </a:moveTo>
                  <a:cubicBezTo>
                    <a:pt x="1034" y="568"/>
                    <a:pt x="0" y="2369"/>
                    <a:pt x="200" y="3837"/>
                  </a:cubicBezTo>
                  <a:cubicBezTo>
                    <a:pt x="767" y="2403"/>
                    <a:pt x="1501" y="1168"/>
                    <a:pt x="2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5812375" y="4245975"/>
              <a:ext cx="37550" cy="87600"/>
            </a:xfrm>
            <a:custGeom>
              <a:rect b="b" l="l" r="r" t="t"/>
              <a:pathLst>
                <a:path extrusionOk="0" h="3504" w="1502">
                  <a:moveTo>
                    <a:pt x="1501" y="1"/>
                  </a:moveTo>
                  <a:cubicBezTo>
                    <a:pt x="467" y="935"/>
                    <a:pt x="0" y="2002"/>
                    <a:pt x="367" y="3503"/>
                  </a:cubicBezTo>
                  <a:cubicBezTo>
                    <a:pt x="1001" y="2402"/>
                    <a:pt x="1201" y="1168"/>
                    <a:pt x="1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5845725" y="4306850"/>
              <a:ext cx="27550" cy="93425"/>
            </a:xfrm>
            <a:custGeom>
              <a:rect b="b" l="l" r="r" t="t"/>
              <a:pathLst>
                <a:path extrusionOk="0" h="3737" w="1102">
                  <a:moveTo>
                    <a:pt x="1101" y="1"/>
                  </a:moveTo>
                  <a:lnTo>
                    <a:pt x="1101" y="1"/>
                  </a:lnTo>
                  <a:cubicBezTo>
                    <a:pt x="301" y="735"/>
                    <a:pt x="0" y="2636"/>
                    <a:pt x="501" y="3737"/>
                  </a:cubicBezTo>
                  <a:cubicBezTo>
                    <a:pt x="934" y="2469"/>
                    <a:pt x="868" y="1302"/>
                    <a:pt x="1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5877400" y="4366900"/>
              <a:ext cx="39225" cy="72575"/>
            </a:xfrm>
            <a:custGeom>
              <a:rect b="b" l="l" r="r" t="t"/>
              <a:pathLst>
                <a:path extrusionOk="0" h="2903" w="1569">
                  <a:moveTo>
                    <a:pt x="535" y="1"/>
                  </a:moveTo>
                  <a:cubicBezTo>
                    <a:pt x="1" y="1135"/>
                    <a:pt x="368" y="2102"/>
                    <a:pt x="1569" y="2903"/>
                  </a:cubicBezTo>
                  <a:cubicBezTo>
                    <a:pt x="1202" y="1835"/>
                    <a:pt x="868" y="968"/>
                    <a:pt x="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" name="Google Shape;232;p2"/>
          <p:cNvGrpSpPr/>
          <p:nvPr/>
        </p:nvGrpSpPr>
        <p:grpSpPr>
          <a:xfrm>
            <a:off x="6839860" y="371357"/>
            <a:ext cx="134691" cy="140500"/>
            <a:chOff x="5391935" y="668507"/>
            <a:chExt cx="134691" cy="140500"/>
          </a:xfrm>
        </p:grpSpPr>
        <p:sp>
          <p:nvSpPr>
            <p:cNvPr id="233" name="Google Shape;233;p2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" name="Google Shape;235;p2"/>
          <p:cNvGrpSpPr/>
          <p:nvPr/>
        </p:nvGrpSpPr>
        <p:grpSpPr>
          <a:xfrm>
            <a:off x="345060" y="730557"/>
            <a:ext cx="134691" cy="140500"/>
            <a:chOff x="1356060" y="1786132"/>
            <a:chExt cx="134691" cy="140500"/>
          </a:xfrm>
        </p:grpSpPr>
        <p:sp>
          <p:nvSpPr>
            <p:cNvPr id="236" name="Google Shape;236;p2"/>
            <p:cNvSpPr/>
            <p:nvPr/>
          </p:nvSpPr>
          <p:spPr>
            <a:xfrm rot="6625235">
              <a:off x="1367442" y="18053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407383" y="1806515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802"/>
                    <a:pt x="1802" y="2335"/>
                    <a:pt x="1168" y="2335"/>
                  </a:cubicBezTo>
                  <a:cubicBezTo>
                    <a:pt x="534" y="2335"/>
                    <a:pt x="1" y="1802"/>
                    <a:pt x="1" y="1168"/>
                  </a:cubicBezTo>
                  <a:cubicBezTo>
                    <a:pt x="1" y="568"/>
                    <a:pt x="534" y="0"/>
                    <a:pt x="1168" y="0"/>
                  </a:cubicBezTo>
                  <a:cubicBezTo>
                    <a:pt x="1802" y="0"/>
                    <a:pt x="2336" y="568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" name="Google Shape;238;p2"/>
          <p:cNvGrpSpPr/>
          <p:nvPr/>
        </p:nvGrpSpPr>
        <p:grpSpPr>
          <a:xfrm>
            <a:off x="8703073" y="1383757"/>
            <a:ext cx="134691" cy="140500"/>
            <a:chOff x="675948" y="963707"/>
            <a:chExt cx="134691" cy="140500"/>
          </a:xfrm>
        </p:grpSpPr>
        <p:sp>
          <p:nvSpPr>
            <p:cNvPr id="239" name="Google Shape;239;p2"/>
            <p:cNvSpPr/>
            <p:nvPr/>
          </p:nvSpPr>
          <p:spPr>
            <a:xfrm rot="6625235">
              <a:off x="687330" y="982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701357" y="1020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" name="Google Shape;241;p2"/>
          <p:cNvGrpSpPr/>
          <p:nvPr/>
        </p:nvGrpSpPr>
        <p:grpSpPr>
          <a:xfrm>
            <a:off x="2916326" y="4674884"/>
            <a:ext cx="139069" cy="132484"/>
            <a:chOff x="2908251" y="4753922"/>
            <a:chExt cx="139069" cy="132484"/>
          </a:xfrm>
        </p:grpSpPr>
        <p:sp>
          <p:nvSpPr>
            <p:cNvPr id="242" name="Google Shape;242;p2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" name="Google Shape;244;p2"/>
          <p:cNvGrpSpPr/>
          <p:nvPr/>
        </p:nvGrpSpPr>
        <p:grpSpPr>
          <a:xfrm>
            <a:off x="298495" y="3020846"/>
            <a:ext cx="98100" cy="107593"/>
            <a:chOff x="298495" y="3020846"/>
            <a:chExt cx="98100" cy="107593"/>
          </a:xfrm>
        </p:grpSpPr>
        <p:sp>
          <p:nvSpPr>
            <p:cNvPr id="245" name="Google Shape;245;p2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2"/>
          <p:cNvGrpSpPr/>
          <p:nvPr/>
        </p:nvGrpSpPr>
        <p:grpSpPr>
          <a:xfrm>
            <a:off x="10" y="1980682"/>
            <a:ext cx="134691" cy="140500"/>
            <a:chOff x="10" y="1980682"/>
            <a:chExt cx="134691" cy="140500"/>
          </a:xfrm>
        </p:grpSpPr>
        <p:sp>
          <p:nvSpPr>
            <p:cNvPr id="248" name="Google Shape;248;p2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2"/>
          <p:cNvGrpSpPr/>
          <p:nvPr/>
        </p:nvGrpSpPr>
        <p:grpSpPr>
          <a:xfrm>
            <a:off x="3967713" y="422334"/>
            <a:ext cx="139069" cy="132484"/>
            <a:chOff x="925663" y="2413659"/>
            <a:chExt cx="139069" cy="132484"/>
          </a:xfrm>
        </p:grpSpPr>
        <p:sp>
          <p:nvSpPr>
            <p:cNvPr id="251" name="Google Shape;251;p2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" name="Google Shape;253;p2"/>
          <p:cNvGrpSpPr/>
          <p:nvPr/>
        </p:nvGrpSpPr>
        <p:grpSpPr>
          <a:xfrm>
            <a:off x="8782710" y="3004407"/>
            <a:ext cx="134691" cy="140500"/>
            <a:chOff x="8782710" y="3004407"/>
            <a:chExt cx="134691" cy="140500"/>
          </a:xfrm>
        </p:grpSpPr>
        <p:sp>
          <p:nvSpPr>
            <p:cNvPr id="254" name="Google Shape;254;p2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" name="Google Shape;256;p2"/>
          <p:cNvGrpSpPr/>
          <p:nvPr/>
        </p:nvGrpSpPr>
        <p:grpSpPr>
          <a:xfrm>
            <a:off x="7608023" y="4524632"/>
            <a:ext cx="134691" cy="140500"/>
            <a:chOff x="7608023" y="4524632"/>
            <a:chExt cx="134691" cy="140500"/>
          </a:xfrm>
        </p:grpSpPr>
        <p:sp>
          <p:nvSpPr>
            <p:cNvPr id="257" name="Google Shape;257;p2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"/>
          <p:cNvSpPr txBox="1"/>
          <p:nvPr>
            <p:ph type="ctrTitle"/>
          </p:nvPr>
        </p:nvSpPr>
        <p:spPr>
          <a:xfrm>
            <a:off x="692875" y="1060523"/>
            <a:ext cx="7713900" cy="16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1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60" name="Google Shape;260;p2"/>
          <p:cNvSpPr txBox="1"/>
          <p:nvPr>
            <p:ph idx="1" type="subTitle"/>
          </p:nvPr>
        </p:nvSpPr>
        <p:spPr>
          <a:xfrm>
            <a:off x="2370325" y="3595813"/>
            <a:ext cx="4359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1" name="Google Shape;261;p2"/>
          <p:cNvSpPr/>
          <p:nvPr/>
        </p:nvSpPr>
        <p:spPr>
          <a:xfrm>
            <a:off x="0" y="-11775"/>
            <a:ext cx="0" cy="1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"/>
          <p:cNvSpPr txBox="1"/>
          <p:nvPr>
            <p:ph idx="2" type="subTitle"/>
          </p:nvPr>
        </p:nvSpPr>
        <p:spPr>
          <a:xfrm>
            <a:off x="1339525" y="2742143"/>
            <a:ext cx="64206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Font typeface="Gloria Hallelujah"/>
              <a:buNone/>
              <a:defRPr sz="50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3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265" name="Google Shape;265;p3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266" name="Google Shape;266;p3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2" name="Google Shape;272;p3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273" name="Google Shape;273;p3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0" name="Google Shape;280;p3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281" name="Google Shape;281;p3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7" name="Google Shape;287;p3"/>
          <p:cNvGrpSpPr/>
          <p:nvPr/>
        </p:nvGrpSpPr>
        <p:grpSpPr>
          <a:xfrm>
            <a:off x="-306400" y="4873700"/>
            <a:ext cx="10718550" cy="117400"/>
            <a:chOff x="-295125" y="5026100"/>
            <a:chExt cx="10718550" cy="117400"/>
          </a:xfrm>
        </p:grpSpPr>
        <p:sp>
          <p:nvSpPr>
            <p:cNvPr id="288" name="Google Shape;288;p3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9" name="Google Shape;289;p3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290" name="Google Shape;290;p3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291" name="Google Shape;291;p3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" name="Google Shape;292;p3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" name="Google Shape;293;p3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" name="Google Shape;294;p3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" name="Google Shape;295;p3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" name="Google Shape;296;p3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" name="Google Shape;297;p3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" name="Google Shape;298;p3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" name="Google Shape;299;p3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0" name="Google Shape;300;p3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3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2" name="Google Shape;302;p3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3" name="Google Shape;303;p3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4" name="Google Shape;304;p3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05" name="Google Shape;305;p3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306" name="Google Shape;306;p3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7" name="Google Shape;307;p3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" name="Google Shape;308;p3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" name="Google Shape;309;p3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" name="Google Shape;310;p3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" name="Google Shape;311;p3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" name="Google Shape;312;p3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" name="Google Shape;313;p3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" name="Google Shape;314;p3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" name="Google Shape;315;p3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" name="Google Shape;316;p3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3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" name="Google Shape;318;p3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" name="Google Shape;319;p3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20" name="Google Shape;320;p3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321" name="Google Shape;321;p3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322" name="Google Shape;322;p3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" name="Google Shape;323;p3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" name="Google Shape;324;p3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3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3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" name="Google Shape;327;p3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" name="Google Shape;328;p3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" name="Google Shape;329;p3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3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" name="Google Shape;331;p3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" name="Google Shape;332;p3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" name="Google Shape;333;p3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3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" name="Google Shape;335;p3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6" name="Google Shape;336;p3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337" name="Google Shape;337;p3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" name="Google Shape;338;p3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" name="Google Shape;339;p3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" name="Google Shape;340;p3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" name="Google Shape;341;p3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" name="Google Shape;342;p3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" name="Google Shape;343;p3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" name="Google Shape;344;p3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" name="Google Shape;345;p3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" name="Google Shape;346;p3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" name="Google Shape;347;p3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" name="Google Shape;348;p3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9" name="Google Shape;349;p3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0" name="Google Shape;350;p3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51" name="Google Shape;351;p3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352" name="Google Shape;352;p3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353" name="Google Shape;353;p3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4" name="Google Shape;354;p3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5" name="Google Shape;355;p3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" name="Google Shape;356;p3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7" name="Google Shape;357;p3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8" name="Google Shape;358;p3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9" name="Google Shape;359;p3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0" name="Google Shape;360;p3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1" name="Google Shape;361;p3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2" name="Google Shape;362;p3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3" name="Google Shape;363;p3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4" name="Google Shape;364;p3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5" name="Google Shape;365;p3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6" name="Google Shape;366;p3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67" name="Google Shape;367;p3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368" name="Google Shape;368;p3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9" name="Google Shape;369;p3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0" name="Google Shape;370;p3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1" name="Google Shape;371;p3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2" name="Google Shape;372;p3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3" name="Google Shape;373;p3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4" name="Google Shape;374;p3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5" name="Google Shape;375;p3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6" name="Google Shape;376;p3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7" name="Google Shape;377;p3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8" name="Google Shape;378;p3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9" name="Google Shape;379;p3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" name="Google Shape;380;p3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" name="Google Shape;381;p3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2" name="Google Shape;382;p3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383" name="Google Shape;383;p3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3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3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3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3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3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3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3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3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3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3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3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3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3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7" name="Google Shape;397;p3"/>
          <p:cNvGrpSpPr/>
          <p:nvPr/>
        </p:nvGrpSpPr>
        <p:grpSpPr>
          <a:xfrm>
            <a:off x="-152450" y="178825"/>
            <a:ext cx="9504988" cy="86625"/>
            <a:chOff x="-180675" y="4763425"/>
            <a:chExt cx="9504988" cy="86625"/>
          </a:xfrm>
        </p:grpSpPr>
        <p:sp>
          <p:nvSpPr>
            <p:cNvPr id="398" name="Google Shape;398;p3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9" name="Google Shape;399;p3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400" name="Google Shape;400;p3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3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3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3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3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3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3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3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3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3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3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3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3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3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415" name="Google Shape;415;p3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3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3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3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3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3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3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3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3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3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3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3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3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3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9" name="Google Shape;429;p3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430" name="Google Shape;430;p3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3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3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3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3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3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3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3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3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3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3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3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3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3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4" name="Google Shape;444;p3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445" name="Google Shape;445;p3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3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3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3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3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3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3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3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3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3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3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3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3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3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9" name="Google Shape;459;p3"/>
          <p:cNvGrpSpPr/>
          <p:nvPr/>
        </p:nvGrpSpPr>
        <p:grpSpPr>
          <a:xfrm flipH="1">
            <a:off x="8511168" y="3385021"/>
            <a:ext cx="98100" cy="107593"/>
            <a:chOff x="298495" y="3020846"/>
            <a:chExt cx="98100" cy="107593"/>
          </a:xfrm>
        </p:grpSpPr>
        <p:sp>
          <p:nvSpPr>
            <p:cNvPr id="460" name="Google Shape;460;p3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2" name="Google Shape;462;p3"/>
          <p:cNvGrpSpPr/>
          <p:nvPr/>
        </p:nvGrpSpPr>
        <p:grpSpPr>
          <a:xfrm flipH="1">
            <a:off x="8492863" y="1738432"/>
            <a:ext cx="134691" cy="140500"/>
            <a:chOff x="10" y="1980682"/>
            <a:chExt cx="134691" cy="140500"/>
          </a:xfrm>
        </p:grpSpPr>
        <p:sp>
          <p:nvSpPr>
            <p:cNvPr id="463" name="Google Shape;463;p3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3"/>
          <p:cNvGrpSpPr/>
          <p:nvPr/>
        </p:nvGrpSpPr>
        <p:grpSpPr>
          <a:xfrm flipH="1">
            <a:off x="3095313" y="394507"/>
            <a:ext cx="134691" cy="140500"/>
            <a:chOff x="8782710" y="3004407"/>
            <a:chExt cx="134691" cy="140500"/>
          </a:xfrm>
        </p:grpSpPr>
        <p:sp>
          <p:nvSpPr>
            <p:cNvPr id="466" name="Google Shape;466;p3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" name="Google Shape;468;p3"/>
          <p:cNvGrpSpPr/>
          <p:nvPr/>
        </p:nvGrpSpPr>
        <p:grpSpPr>
          <a:xfrm flipH="1">
            <a:off x="8627557" y="4666309"/>
            <a:ext cx="139069" cy="132484"/>
            <a:chOff x="6974538" y="4344709"/>
            <a:chExt cx="139069" cy="132484"/>
          </a:xfrm>
        </p:grpSpPr>
        <p:sp>
          <p:nvSpPr>
            <p:cNvPr id="469" name="Google Shape;469;p3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1" name="Google Shape;471;p3"/>
          <p:cNvSpPr txBox="1"/>
          <p:nvPr>
            <p:ph type="title"/>
          </p:nvPr>
        </p:nvSpPr>
        <p:spPr>
          <a:xfrm>
            <a:off x="2391900" y="2369050"/>
            <a:ext cx="4360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72" name="Google Shape;472;p3"/>
          <p:cNvSpPr txBox="1"/>
          <p:nvPr>
            <p:ph hasCustomPrompt="1" idx="2" type="title"/>
          </p:nvPr>
        </p:nvSpPr>
        <p:spPr>
          <a:xfrm>
            <a:off x="4000500" y="1527250"/>
            <a:ext cx="114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3" name="Google Shape;473;p3"/>
          <p:cNvSpPr txBox="1"/>
          <p:nvPr>
            <p:ph idx="1" type="subTitle"/>
          </p:nvPr>
        </p:nvSpPr>
        <p:spPr>
          <a:xfrm>
            <a:off x="2391900" y="3261363"/>
            <a:ext cx="4360200" cy="35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74" name="Google Shape;474;p3"/>
          <p:cNvGrpSpPr/>
          <p:nvPr/>
        </p:nvGrpSpPr>
        <p:grpSpPr>
          <a:xfrm flipH="1">
            <a:off x="892363" y="4662294"/>
            <a:ext cx="134691" cy="140500"/>
            <a:chOff x="5391935" y="668507"/>
            <a:chExt cx="134691" cy="140500"/>
          </a:xfrm>
        </p:grpSpPr>
        <p:sp>
          <p:nvSpPr>
            <p:cNvPr id="475" name="Google Shape;475;p3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3"/>
          <p:cNvGrpSpPr/>
          <p:nvPr/>
        </p:nvGrpSpPr>
        <p:grpSpPr>
          <a:xfrm flipH="1">
            <a:off x="5686343" y="527333"/>
            <a:ext cx="98100" cy="107593"/>
            <a:chOff x="151270" y="809008"/>
            <a:chExt cx="98100" cy="107593"/>
          </a:xfrm>
        </p:grpSpPr>
        <p:sp>
          <p:nvSpPr>
            <p:cNvPr id="478" name="Google Shape;478;p3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0" name="Google Shape;480;p3"/>
          <p:cNvGrpSpPr/>
          <p:nvPr/>
        </p:nvGrpSpPr>
        <p:grpSpPr>
          <a:xfrm flipH="1">
            <a:off x="5922895" y="4608497"/>
            <a:ext cx="139069" cy="132484"/>
            <a:chOff x="2908251" y="4753922"/>
            <a:chExt cx="139069" cy="132484"/>
          </a:xfrm>
        </p:grpSpPr>
        <p:sp>
          <p:nvSpPr>
            <p:cNvPr id="481" name="Google Shape;481;p3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3"/>
          <p:cNvGrpSpPr/>
          <p:nvPr/>
        </p:nvGrpSpPr>
        <p:grpSpPr>
          <a:xfrm flipH="1">
            <a:off x="7374393" y="4620933"/>
            <a:ext cx="98100" cy="107593"/>
            <a:chOff x="298495" y="3020846"/>
            <a:chExt cx="98100" cy="107593"/>
          </a:xfrm>
        </p:grpSpPr>
        <p:sp>
          <p:nvSpPr>
            <p:cNvPr id="484" name="Google Shape;484;p3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" name="Google Shape;486;p3"/>
          <p:cNvGrpSpPr/>
          <p:nvPr/>
        </p:nvGrpSpPr>
        <p:grpSpPr>
          <a:xfrm flipH="1">
            <a:off x="7703838" y="356294"/>
            <a:ext cx="134691" cy="140500"/>
            <a:chOff x="10" y="1980682"/>
            <a:chExt cx="134691" cy="140500"/>
          </a:xfrm>
        </p:grpSpPr>
        <p:sp>
          <p:nvSpPr>
            <p:cNvPr id="487" name="Google Shape;487;p3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9" name="Google Shape;489;p3"/>
          <p:cNvGrpSpPr/>
          <p:nvPr/>
        </p:nvGrpSpPr>
        <p:grpSpPr>
          <a:xfrm flipH="1">
            <a:off x="8725682" y="2679059"/>
            <a:ext cx="139069" cy="132484"/>
            <a:chOff x="925663" y="2413659"/>
            <a:chExt cx="139069" cy="132484"/>
          </a:xfrm>
        </p:grpSpPr>
        <p:sp>
          <p:nvSpPr>
            <p:cNvPr id="490" name="Google Shape;490;p3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2" name="Google Shape;492;p3"/>
          <p:cNvGrpSpPr/>
          <p:nvPr/>
        </p:nvGrpSpPr>
        <p:grpSpPr>
          <a:xfrm flipH="1">
            <a:off x="447113" y="2895032"/>
            <a:ext cx="134691" cy="140500"/>
            <a:chOff x="8180660" y="3700657"/>
            <a:chExt cx="134691" cy="140500"/>
          </a:xfrm>
        </p:grpSpPr>
        <p:sp>
          <p:nvSpPr>
            <p:cNvPr id="493" name="Google Shape;493;p3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5" name="Google Shape;495;p3"/>
          <p:cNvGrpSpPr/>
          <p:nvPr/>
        </p:nvGrpSpPr>
        <p:grpSpPr>
          <a:xfrm flipH="1">
            <a:off x="122138" y="1877907"/>
            <a:ext cx="134691" cy="140500"/>
            <a:chOff x="8782710" y="3004407"/>
            <a:chExt cx="134691" cy="140500"/>
          </a:xfrm>
        </p:grpSpPr>
        <p:sp>
          <p:nvSpPr>
            <p:cNvPr id="496" name="Google Shape;496;p3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8" name="Google Shape;498;p3"/>
          <p:cNvGrpSpPr/>
          <p:nvPr/>
        </p:nvGrpSpPr>
        <p:grpSpPr>
          <a:xfrm flipH="1">
            <a:off x="1156245" y="926572"/>
            <a:ext cx="139069" cy="132484"/>
            <a:chOff x="6787926" y="360297"/>
            <a:chExt cx="139069" cy="132484"/>
          </a:xfrm>
        </p:grpSpPr>
        <p:sp>
          <p:nvSpPr>
            <p:cNvPr id="499" name="Google Shape;499;p3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1" name="Google Shape;501;p3"/>
          <p:cNvGrpSpPr/>
          <p:nvPr/>
        </p:nvGrpSpPr>
        <p:grpSpPr>
          <a:xfrm flipH="1">
            <a:off x="3425563" y="4662307"/>
            <a:ext cx="134691" cy="140500"/>
            <a:chOff x="3516385" y="421707"/>
            <a:chExt cx="134691" cy="140500"/>
          </a:xfrm>
        </p:grpSpPr>
        <p:sp>
          <p:nvSpPr>
            <p:cNvPr id="502" name="Google Shape;502;p3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4" name="Google Shape;504;p3"/>
          <p:cNvGrpSpPr/>
          <p:nvPr/>
        </p:nvGrpSpPr>
        <p:grpSpPr>
          <a:xfrm flipH="1">
            <a:off x="702168" y="4051933"/>
            <a:ext cx="98100" cy="107593"/>
            <a:chOff x="7449370" y="2691508"/>
            <a:chExt cx="98100" cy="107593"/>
          </a:xfrm>
        </p:grpSpPr>
        <p:sp>
          <p:nvSpPr>
            <p:cNvPr id="505" name="Google Shape;505;p3"/>
            <p:cNvSpPr/>
            <p:nvPr/>
          </p:nvSpPr>
          <p:spPr>
            <a:xfrm rot="5400000">
              <a:off x="7444624" y="26962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7449379" y="27292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7" name="Google Shape;507;p3"/>
          <p:cNvGrpSpPr/>
          <p:nvPr/>
        </p:nvGrpSpPr>
        <p:grpSpPr>
          <a:xfrm flipH="1">
            <a:off x="187526" y="4132907"/>
            <a:ext cx="134691" cy="140500"/>
            <a:chOff x="7608023" y="4524632"/>
            <a:chExt cx="134691" cy="140500"/>
          </a:xfrm>
        </p:grpSpPr>
        <p:sp>
          <p:nvSpPr>
            <p:cNvPr id="508" name="Google Shape;508;p3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" name="Google Shape;510;p3"/>
          <p:cNvGrpSpPr/>
          <p:nvPr/>
        </p:nvGrpSpPr>
        <p:grpSpPr>
          <a:xfrm flipH="1">
            <a:off x="8336457" y="812434"/>
            <a:ext cx="139069" cy="132484"/>
            <a:chOff x="6974538" y="4344709"/>
            <a:chExt cx="139069" cy="132484"/>
          </a:xfrm>
        </p:grpSpPr>
        <p:sp>
          <p:nvSpPr>
            <p:cNvPr id="511" name="Google Shape;511;p3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3" name="Google Shape;513;p3"/>
          <p:cNvGrpSpPr/>
          <p:nvPr/>
        </p:nvGrpSpPr>
        <p:grpSpPr>
          <a:xfrm flipH="1">
            <a:off x="312426" y="394507"/>
            <a:ext cx="134691" cy="140500"/>
            <a:chOff x="1062773" y="3863207"/>
            <a:chExt cx="134691" cy="140500"/>
          </a:xfrm>
        </p:grpSpPr>
        <p:sp>
          <p:nvSpPr>
            <p:cNvPr id="514" name="Google Shape;514;p3"/>
            <p:cNvSpPr/>
            <p:nvPr/>
          </p:nvSpPr>
          <p:spPr>
            <a:xfrm rot="6625235">
              <a:off x="1074155" y="38824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1128169" y="3908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Google Shape;517;p4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518" name="Google Shape;518;p4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519" name="Google Shape;519;p4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4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4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4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4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4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5" name="Google Shape;525;p4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526" name="Google Shape;526;p4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4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4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4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4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4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4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3" name="Google Shape;533;p4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534" name="Google Shape;534;p4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4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4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4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4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4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0" name="Google Shape;540;p4"/>
          <p:cNvGrpSpPr/>
          <p:nvPr/>
        </p:nvGrpSpPr>
        <p:grpSpPr>
          <a:xfrm flipH="1">
            <a:off x="-451050" y="4873688"/>
            <a:ext cx="9932525" cy="101238"/>
            <a:chOff x="-871025" y="2187363"/>
            <a:chExt cx="9932525" cy="101238"/>
          </a:xfrm>
        </p:grpSpPr>
        <p:sp>
          <p:nvSpPr>
            <p:cNvPr id="541" name="Google Shape;541;p4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2" name="Google Shape;542;p4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543" name="Google Shape;543;p4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4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4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4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4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4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4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4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4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4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4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4" name="Google Shape;554;p4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555" name="Google Shape;555;p4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4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4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4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4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4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4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4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4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4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4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6" name="Google Shape;566;p4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567" name="Google Shape;567;p4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4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4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4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4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4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4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4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4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4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4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8" name="Google Shape;578;p4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579" name="Google Shape;579;p4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4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4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4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4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4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4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4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4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4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4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0" name="Google Shape;590;p4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591" name="Google Shape;591;p4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4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4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4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4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4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4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4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4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4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4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2" name="Google Shape;602;p4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603" name="Google Shape;603;p4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4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4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4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4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4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4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4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4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4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4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14" name="Google Shape;614;p4"/>
          <p:cNvGrpSpPr/>
          <p:nvPr/>
        </p:nvGrpSpPr>
        <p:grpSpPr>
          <a:xfrm>
            <a:off x="5955335" y="4662294"/>
            <a:ext cx="134691" cy="140500"/>
            <a:chOff x="5391935" y="668507"/>
            <a:chExt cx="134691" cy="140500"/>
          </a:xfrm>
        </p:grpSpPr>
        <p:sp>
          <p:nvSpPr>
            <p:cNvPr id="615" name="Google Shape;615;p4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4"/>
          <p:cNvGrpSpPr/>
          <p:nvPr/>
        </p:nvGrpSpPr>
        <p:grpSpPr>
          <a:xfrm>
            <a:off x="396595" y="1473233"/>
            <a:ext cx="98100" cy="107593"/>
            <a:chOff x="151270" y="809008"/>
            <a:chExt cx="98100" cy="107593"/>
          </a:xfrm>
        </p:grpSpPr>
        <p:sp>
          <p:nvSpPr>
            <p:cNvPr id="618" name="Google Shape;618;p4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0" name="Google Shape;620;p4"/>
          <p:cNvGrpSpPr/>
          <p:nvPr/>
        </p:nvGrpSpPr>
        <p:grpSpPr>
          <a:xfrm>
            <a:off x="2908251" y="4608497"/>
            <a:ext cx="139069" cy="132484"/>
            <a:chOff x="2908251" y="4753922"/>
            <a:chExt cx="139069" cy="132484"/>
          </a:xfrm>
        </p:grpSpPr>
        <p:sp>
          <p:nvSpPr>
            <p:cNvPr id="621" name="Google Shape;621;p4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3" name="Google Shape;623;p4"/>
          <p:cNvGrpSpPr/>
          <p:nvPr/>
        </p:nvGrpSpPr>
        <p:grpSpPr>
          <a:xfrm>
            <a:off x="360945" y="4554696"/>
            <a:ext cx="98100" cy="107593"/>
            <a:chOff x="298495" y="3020846"/>
            <a:chExt cx="98100" cy="107593"/>
          </a:xfrm>
        </p:grpSpPr>
        <p:sp>
          <p:nvSpPr>
            <p:cNvPr id="624" name="Google Shape;624;p4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4"/>
          <p:cNvGrpSpPr/>
          <p:nvPr/>
        </p:nvGrpSpPr>
        <p:grpSpPr>
          <a:xfrm>
            <a:off x="1131685" y="356294"/>
            <a:ext cx="134691" cy="140500"/>
            <a:chOff x="10" y="1980682"/>
            <a:chExt cx="134691" cy="140500"/>
          </a:xfrm>
        </p:grpSpPr>
        <p:sp>
          <p:nvSpPr>
            <p:cNvPr id="627" name="Google Shape;627;p4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4"/>
          <p:cNvGrpSpPr/>
          <p:nvPr/>
        </p:nvGrpSpPr>
        <p:grpSpPr>
          <a:xfrm>
            <a:off x="105463" y="2679059"/>
            <a:ext cx="139069" cy="132484"/>
            <a:chOff x="925663" y="2413659"/>
            <a:chExt cx="139069" cy="132484"/>
          </a:xfrm>
        </p:grpSpPr>
        <p:sp>
          <p:nvSpPr>
            <p:cNvPr id="630" name="Google Shape;630;p4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2" name="Google Shape;632;p4"/>
          <p:cNvGrpSpPr/>
          <p:nvPr/>
        </p:nvGrpSpPr>
        <p:grpSpPr>
          <a:xfrm>
            <a:off x="8730060" y="2888832"/>
            <a:ext cx="134691" cy="140500"/>
            <a:chOff x="8180660" y="3700657"/>
            <a:chExt cx="134691" cy="140500"/>
          </a:xfrm>
        </p:grpSpPr>
        <p:sp>
          <p:nvSpPr>
            <p:cNvPr id="633" name="Google Shape;633;p4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5" name="Google Shape;635;p4"/>
          <p:cNvGrpSpPr/>
          <p:nvPr/>
        </p:nvGrpSpPr>
        <p:grpSpPr>
          <a:xfrm>
            <a:off x="8595360" y="1545382"/>
            <a:ext cx="134691" cy="140500"/>
            <a:chOff x="8782710" y="3004407"/>
            <a:chExt cx="134691" cy="140500"/>
          </a:xfrm>
        </p:grpSpPr>
        <p:sp>
          <p:nvSpPr>
            <p:cNvPr id="636" name="Google Shape;636;p4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8" name="Google Shape;638;p4"/>
          <p:cNvGrpSpPr/>
          <p:nvPr/>
        </p:nvGrpSpPr>
        <p:grpSpPr>
          <a:xfrm>
            <a:off x="7674901" y="926572"/>
            <a:ext cx="139069" cy="132484"/>
            <a:chOff x="6787926" y="360297"/>
            <a:chExt cx="139069" cy="132484"/>
          </a:xfrm>
        </p:grpSpPr>
        <p:sp>
          <p:nvSpPr>
            <p:cNvPr id="639" name="Google Shape;639;p4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1" name="Google Shape;641;p4"/>
          <p:cNvGrpSpPr/>
          <p:nvPr/>
        </p:nvGrpSpPr>
        <p:grpSpPr>
          <a:xfrm>
            <a:off x="7813985" y="4662307"/>
            <a:ext cx="134691" cy="140500"/>
            <a:chOff x="3516385" y="421707"/>
            <a:chExt cx="134691" cy="140500"/>
          </a:xfrm>
        </p:grpSpPr>
        <p:sp>
          <p:nvSpPr>
            <p:cNvPr id="642" name="Google Shape;642;p4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4" name="Google Shape;644;p4"/>
          <p:cNvGrpSpPr/>
          <p:nvPr/>
        </p:nvGrpSpPr>
        <p:grpSpPr>
          <a:xfrm>
            <a:off x="7449370" y="2691508"/>
            <a:ext cx="98100" cy="107593"/>
            <a:chOff x="7449370" y="2691508"/>
            <a:chExt cx="98100" cy="107593"/>
          </a:xfrm>
        </p:grpSpPr>
        <p:sp>
          <p:nvSpPr>
            <p:cNvPr id="645" name="Google Shape;645;p4"/>
            <p:cNvSpPr/>
            <p:nvPr/>
          </p:nvSpPr>
          <p:spPr>
            <a:xfrm rot="5400000">
              <a:off x="7444624" y="26962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"/>
            <p:cNvSpPr/>
            <p:nvPr/>
          </p:nvSpPr>
          <p:spPr>
            <a:xfrm>
              <a:off x="7449379" y="27292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7" name="Google Shape;647;p4"/>
          <p:cNvGrpSpPr/>
          <p:nvPr/>
        </p:nvGrpSpPr>
        <p:grpSpPr>
          <a:xfrm>
            <a:off x="8647998" y="4132907"/>
            <a:ext cx="134691" cy="140500"/>
            <a:chOff x="7608023" y="4524632"/>
            <a:chExt cx="134691" cy="140500"/>
          </a:xfrm>
        </p:grpSpPr>
        <p:sp>
          <p:nvSpPr>
            <p:cNvPr id="648" name="Google Shape;648;p4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0" name="Google Shape;650;p4"/>
          <p:cNvGrpSpPr/>
          <p:nvPr/>
        </p:nvGrpSpPr>
        <p:grpSpPr>
          <a:xfrm>
            <a:off x="494688" y="812434"/>
            <a:ext cx="139069" cy="132484"/>
            <a:chOff x="6974538" y="4344709"/>
            <a:chExt cx="139069" cy="132484"/>
          </a:xfrm>
        </p:grpSpPr>
        <p:sp>
          <p:nvSpPr>
            <p:cNvPr id="651" name="Google Shape;651;p4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3" name="Google Shape;653;p4"/>
          <p:cNvGrpSpPr/>
          <p:nvPr/>
        </p:nvGrpSpPr>
        <p:grpSpPr>
          <a:xfrm>
            <a:off x="8428898" y="394507"/>
            <a:ext cx="134691" cy="140500"/>
            <a:chOff x="1062773" y="3863207"/>
            <a:chExt cx="134691" cy="140500"/>
          </a:xfrm>
        </p:grpSpPr>
        <p:sp>
          <p:nvSpPr>
            <p:cNvPr id="654" name="Google Shape;654;p4"/>
            <p:cNvSpPr/>
            <p:nvPr/>
          </p:nvSpPr>
          <p:spPr>
            <a:xfrm rot="6625235">
              <a:off x="1074155" y="38824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"/>
            <p:cNvSpPr/>
            <p:nvPr/>
          </p:nvSpPr>
          <p:spPr>
            <a:xfrm>
              <a:off x="1128169" y="3908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6" name="Google Shape;656;p4"/>
          <p:cNvGrpSpPr/>
          <p:nvPr/>
        </p:nvGrpSpPr>
        <p:grpSpPr>
          <a:xfrm>
            <a:off x="-944525" y="166725"/>
            <a:ext cx="10718550" cy="117400"/>
            <a:chOff x="-295125" y="5026100"/>
            <a:chExt cx="10718550" cy="117400"/>
          </a:xfrm>
        </p:grpSpPr>
        <p:sp>
          <p:nvSpPr>
            <p:cNvPr id="657" name="Google Shape;657;p4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8" name="Google Shape;658;p4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659" name="Google Shape;659;p4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660" name="Google Shape;660;p4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4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4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4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4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4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4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7" name="Google Shape;667;p4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8" name="Google Shape;668;p4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9" name="Google Shape;669;p4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0" name="Google Shape;670;p4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4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2" name="Google Shape;672;p4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3" name="Google Shape;673;p4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74" name="Google Shape;674;p4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675" name="Google Shape;675;p4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6" name="Google Shape;676;p4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7" name="Google Shape;677;p4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4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4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4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4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4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4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4" name="Google Shape;684;p4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5" name="Google Shape;685;p4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p4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7" name="Google Shape;687;p4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p4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89" name="Google Shape;689;p4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690" name="Google Shape;690;p4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691" name="Google Shape;691;p4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4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3" name="Google Shape;693;p4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4" name="Google Shape;694;p4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p4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6" name="Google Shape;696;p4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7" name="Google Shape;697;p4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p4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p4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p4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4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4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3" name="Google Shape;703;p4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4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05" name="Google Shape;705;p4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706" name="Google Shape;706;p4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7" name="Google Shape;707;p4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4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4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4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4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4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4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4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5" name="Google Shape;715;p4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6" name="Google Shape;716;p4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7" name="Google Shape;717;p4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8" name="Google Shape;718;p4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9" name="Google Shape;719;p4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20" name="Google Shape;720;p4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721" name="Google Shape;721;p4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722" name="Google Shape;722;p4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4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4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4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4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7" name="Google Shape;727;p4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4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9" name="Google Shape;729;p4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0" name="Google Shape;730;p4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1" name="Google Shape;731;p4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p4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3" name="Google Shape;733;p4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4" name="Google Shape;734;p4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5" name="Google Shape;735;p4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36" name="Google Shape;736;p4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737" name="Google Shape;737;p4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8" name="Google Shape;738;p4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9" name="Google Shape;739;p4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0" name="Google Shape;740;p4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1" name="Google Shape;741;p4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2" name="Google Shape;742;p4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3" name="Google Shape;743;p4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4" name="Google Shape;744;p4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5" name="Google Shape;745;p4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6" name="Google Shape;746;p4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7" name="Google Shape;747;p4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8" name="Google Shape;748;p4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9" name="Google Shape;749;p4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0" name="Google Shape;750;p4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51" name="Google Shape;751;p4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752" name="Google Shape;752;p4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4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4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4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4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4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4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4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4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4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4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4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4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4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66" name="Google Shape;76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7" name="Google Shape;767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5908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AutoNum type="arabicPeriod"/>
              <a:defRPr sz="1100">
                <a:solidFill>
                  <a:srgbClr val="434343"/>
                </a:solidFill>
              </a:defRPr>
            </a:lvl1pPr>
            <a:lvl2pPr indent="-25908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25908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25908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259079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259079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259079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259079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259079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9" name="Google Shape;769;p5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770" name="Google Shape;770;p5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771" name="Google Shape;771;p5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5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5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5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5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5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7" name="Google Shape;777;p5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778" name="Google Shape;778;p5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5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5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5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5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5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5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5" name="Google Shape;785;p5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786" name="Google Shape;786;p5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5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5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5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5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5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92" name="Google Shape;792;p5"/>
          <p:cNvGrpSpPr/>
          <p:nvPr/>
        </p:nvGrpSpPr>
        <p:grpSpPr>
          <a:xfrm>
            <a:off x="-394275" y="4865813"/>
            <a:ext cx="9932525" cy="101238"/>
            <a:chOff x="-871025" y="2187363"/>
            <a:chExt cx="9932525" cy="101238"/>
          </a:xfrm>
        </p:grpSpPr>
        <p:sp>
          <p:nvSpPr>
            <p:cNvPr id="793" name="Google Shape;793;p5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4" name="Google Shape;794;p5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795" name="Google Shape;795;p5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5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5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5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5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5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5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5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5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5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5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6" name="Google Shape;806;p5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807" name="Google Shape;807;p5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5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5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5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5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5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5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5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5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5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5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8" name="Google Shape;818;p5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819" name="Google Shape;819;p5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5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5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5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5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5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5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5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5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5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5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0" name="Google Shape;830;p5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831" name="Google Shape;831;p5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5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5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5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5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5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5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5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5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5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5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2" name="Google Shape;842;p5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843" name="Google Shape;843;p5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5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5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5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5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5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5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5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5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5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5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4" name="Google Shape;854;p5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855" name="Google Shape;855;p5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5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5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5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5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5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5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5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5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5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5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66" name="Google Shape;866;p5"/>
          <p:cNvGrpSpPr/>
          <p:nvPr/>
        </p:nvGrpSpPr>
        <p:grpSpPr>
          <a:xfrm>
            <a:off x="5152460" y="4608507"/>
            <a:ext cx="134691" cy="140500"/>
            <a:chOff x="5391935" y="668507"/>
            <a:chExt cx="134691" cy="140500"/>
          </a:xfrm>
        </p:grpSpPr>
        <p:sp>
          <p:nvSpPr>
            <p:cNvPr id="867" name="Google Shape;867;p5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5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9" name="Google Shape;869;p5"/>
          <p:cNvGrpSpPr/>
          <p:nvPr/>
        </p:nvGrpSpPr>
        <p:grpSpPr>
          <a:xfrm>
            <a:off x="8917398" y="4349257"/>
            <a:ext cx="134691" cy="140500"/>
            <a:chOff x="675948" y="963707"/>
            <a:chExt cx="134691" cy="140500"/>
          </a:xfrm>
        </p:grpSpPr>
        <p:sp>
          <p:nvSpPr>
            <p:cNvPr id="870" name="Google Shape;870;p5"/>
            <p:cNvSpPr/>
            <p:nvPr/>
          </p:nvSpPr>
          <p:spPr>
            <a:xfrm rot="6625235">
              <a:off x="687330" y="982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"/>
            <p:cNvSpPr/>
            <p:nvPr/>
          </p:nvSpPr>
          <p:spPr>
            <a:xfrm>
              <a:off x="701357" y="1020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2" name="Google Shape;872;p5"/>
          <p:cNvGrpSpPr/>
          <p:nvPr/>
        </p:nvGrpSpPr>
        <p:grpSpPr>
          <a:xfrm>
            <a:off x="8592851" y="421697"/>
            <a:ext cx="139069" cy="132484"/>
            <a:chOff x="1490751" y="2608547"/>
            <a:chExt cx="139069" cy="132484"/>
          </a:xfrm>
        </p:grpSpPr>
        <p:sp>
          <p:nvSpPr>
            <p:cNvPr id="873" name="Google Shape;873;p5"/>
            <p:cNvSpPr/>
            <p:nvPr/>
          </p:nvSpPr>
          <p:spPr>
            <a:xfrm rot="1036744">
              <a:off x="1503554" y="262306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5"/>
            <p:cNvSpPr/>
            <p:nvPr/>
          </p:nvSpPr>
          <p:spPr>
            <a:xfrm>
              <a:off x="1575619" y="2651971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835"/>
                    <a:pt x="1802" y="2336"/>
                    <a:pt x="1168" y="2336"/>
                  </a:cubicBezTo>
                  <a:cubicBezTo>
                    <a:pt x="501" y="2336"/>
                    <a:pt x="1" y="1835"/>
                    <a:pt x="1" y="1168"/>
                  </a:cubicBezTo>
                  <a:cubicBezTo>
                    <a:pt x="1" y="534"/>
                    <a:pt x="501" y="1"/>
                    <a:pt x="1168" y="1"/>
                  </a:cubicBezTo>
                  <a:cubicBezTo>
                    <a:pt x="1802" y="1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5"/>
          <p:cNvGrpSpPr/>
          <p:nvPr/>
        </p:nvGrpSpPr>
        <p:grpSpPr>
          <a:xfrm>
            <a:off x="151270" y="809008"/>
            <a:ext cx="98100" cy="107593"/>
            <a:chOff x="151270" y="809008"/>
            <a:chExt cx="98100" cy="107593"/>
          </a:xfrm>
        </p:grpSpPr>
        <p:sp>
          <p:nvSpPr>
            <p:cNvPr id="876" name="Google Shape;876;p5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8" name="Google Shape;878;p5"/>
          <p:cNvGrpSpPr/>
          <p:nvPr/>
        </p:nvGrpSpPr>
        <p:grpSpPr>
          <a:xfrm>
            <a:off x="298495" y="3020846"/>
            <a:ext cx="98100" cy="107593"/>
            <a:chOff x="298495" y="3020846"/>
            <a:chExt cx="98100" cy="107593"/>
          </a:xfrm>
        </p:grpSpPr>
        <p:sp>
          <p:nvSpPr>
            <p:cNvPr id="879" name="Google Shape;879;p5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5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1" name="Google Shape;881;p5"/>
          <p:cNvGrpSpPr/>
          <p:nvPr/>
        </p:nvGrpSpPr>
        <p:grpSpPr>
          <a:xfrm>
            <a:off x="10" y="1980682"/>
            <a:ext cx="134691" cy="140500"/>
            <a:chOff x="10" y="1980682"/>
            <a:chExt cx="134691" cy="140500"/>
          </a:xfrm>
        </p:grpSpPr>
        <p:sp>
          <p:nvSpPr>
            <p:cNvPr id="882" name="Google Shape;882;p5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5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4" name="Google Shape;884;p5"/>
          <p:cNvGrpSpPr/>
          <p:nvPr/>
        </p:nvGrpSpPr>
        <p:grpSpPr>
          <a:xfrm>
            <a:off x="8782710" y="3004407"/>
            <a:ext cx="134691" cy="140500"/>
            <a:chOff x="8782710" y="3004407"/>
            <a:chExt cx="134691" cy="140500"/>
          </a:xfrm>
        </p:grpSpPr>
        <p:sp>
          <p:nvSpPr>
            <p:cNvPr id="885" name="Google Shape;885;p5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5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7" name="Google Shape;887;p5"/>
          <p:cNvGrpSpPr/>
          <p:nvPr/>
        </p:nvGrpSpPr>
        <p:grpSpPr>
          <a:xfrm>
            <a:off x="6787926" y="360297"/>
            <a:ext cx="139069" cy="132484"/>
            <a:chOff x="6787926" y="360297"/>
            <a:chExt cx="139069" cy="132484"/>
          </a:xfrm>
        </p:grpSpPr>
        <p:sp>
          <p:nvSpPr>
            <p:cNvPr id="888" name="Google Shape;888;p5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5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5"/>
          <p:cNvGrpSpPr/>
          <p:nvPr/>
        </p:nvGrpSpPr>
        <p:grpSpPr>
          <a:xfrm>
            <a:off x="3516385" y="421707"/>
            <a:ext cx="134691" cy="140500"/>
            <a:chOff x="3516385" y="421707"/>
            <a:chExt cx="134691" cy="140500"/>
          </a:xfrm>
        </p:grpSpPr>
        <p:sp>
          <p:nvSpPr>
            <p:cNvPr id="891" name="Google Shape;891;p5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5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3" name="Google Shape;893;p5"/>
          <p:cNvGrpSpPr/>
          <p:nvPr/>
        </p:nvGrpSpPr>
        <p:grpSpPr>
          <a:xfrm>
            <a:off x="1113348" y="4665132"/>
            <a:ext cx="134691" cy="140500"/>
            <a:chOff x="1062773" y="3863207"/>
            <a:chExt cx="134691" cy="140500"/>
          </a:xfrm>
        </p:grpSpPr>
        <p:sp>
          <p:nvSpPr>
            <p:cNvPr id="894" name="Google Shape;894;p5"/>
            <p:cNvSpPr/>
            <p:nvPr/>
          </p:nvSpPr>
          <p:spPr>
            <a:xfrm rot="6625235">
              <a:off x="1074155" y="38824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5"/>
            <p:cNvSpPr/>
            <p:nvPr/>
          </p:nvSpPr>
          <p:spPr>
            <a:xfrm>
              <a:off x="1128169" y="3908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6" name="Google Shape;896;p5"/>
          <p:cNvGrpSpPr/>
          <p:nvPr/>
        </p:nvGrpSpPr>
        <p:grpSpPr>
          <a:xfrm flipH="1" rot="10800000">
            <a:off x="-446950" y="159288"/>
            <a:ext cx="10718550" cy="117400"/>
            <a:chOff x="-295125" y="5026100"/>
            <a:chExt cx="10718550" cy="117400"/>
          </a:xfrm>
        </p:grpSpPr>
        <p:sp>
          <p:nvSpPr>
            <p:cNvPr id="897" name="Google Shape;897;p5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8" name="Google Shape;898;p5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899" name="Google Shape;899;p5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900" name="Google Shape;900;p5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1" name="Google Shape;901;p5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2" name="Google Shape;902;p5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3" name="Google Shape;903;p5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4" name="Google Shape;904;p5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5" name="Google Shape;905;p5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6" name="Google Shape;906;p5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7" name="Google Shape;907;p5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8" name="Google Shape;908;p5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9" name="Google Shape;909;p5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0" name="Google Shape;910;p5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1" name="Google Shape;911;p5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2" name="Google Shape;912;p5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3" name="Google Shape;913;p5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4" name="Google Shape;914;p5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915" name="Google Shape;915;p5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6" name="Google Shape;916;p5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7" name="Google Shape;917;p5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8" name="Google Shape;918;p5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9" name="Google Shape;919;p5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0" name="Google Shape;920;p5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1" name="Google Shape;921;p5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2" name="Google Shape;922;p5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3" name="Google Shape;923;p5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4" name="Google Shape;924;p5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5" name="Google Shape;925;p5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6" name="Google Shape;926;p5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7" name="Google Shape;927;p5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8" name="Google Shape;928;p5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29" name="Google Shape;929;p5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930" name="Google Shape;930;p5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931" name="Google Shape;931;p5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2" name="Google Shape;932;p5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3" name="Google Shape;933;p5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4" name="Google Shape;934;p5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5" name="Google Shape;935;p5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6" name="Google Shape;936;p5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7" name="Google Shape;937;p5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8" name="Google Shape;938;p5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9" name="Google Shape;939;p5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0" name="Google Shape;940;p5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1" name="Google Shape;941;p5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2" name="Google Shape;942;p5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3" name="Google Shape;943;p5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4" name="Google Shape;944;p5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45" name="Google Shape;945;p5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946" name="Google Shape;946;p5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7" name="Google Shape;947;p5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8" name="Google Shape;948;p5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9" name="Google Shape;949;p5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0" name="Google Shape;950;p5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1" name="Google Shape;951;p5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2" name="Google Shape;952;p5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3" name="Google Shape;953;p5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4" name="Google Shape;954;p5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5" name="Google Shape;955;p5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6" name="Google Shape;956;p5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7" name="Google Shape;957;p5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8" name="Google Shape;958;p5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9" name="Google Shape;959;p5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60" name="Google Shape;960;p5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961" name="Google Shape;961;p5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962" name="Google Shape;962;p5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3" name="Google Shape;963;p5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4" name="Google Shape;964;p5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5" name="Google Shape;965;p5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6" name="Google Shape;966;p5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7" name="Google Shape;967;p5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8" name="Google Shape;968;p5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9" name="Google Shape;969;p5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0" name="Google Shape;970;p5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1" name="Google Shape;971;p5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2" name="Google Shape;972;p5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3" name="Google Shape;973;p5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4" name="Google Shape;974;p5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5" name="Google Shape;975;p5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76" name="Google Shape;976;p5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977" name="Google Shape;977;p5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8" name="Google Shape;978;p5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9" name="Google Shape;979;p5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0" name="Google Shape;980;p5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1" name="Google Shape;981;p5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2" name="Google Shape;982;p5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3" name="Google Shape;983;p5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5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5" name="Google Shape;985;p5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6" name="Google Shape;986;p5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5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5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9" name="Google Shape;989;p5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0" name="Google Shape;990;p5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91" name="Google Shape;991;p5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992" name="Google Shape;992;p5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5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5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5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5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5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5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5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5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5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5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5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5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5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06" name="Google Shape;1006;p5"/>
          <p:cNvSpPr txBox="1"/>
          <p:nvPr>
            <p:ph idx="1" type="subTitle"/>
          </p:nvPr>
        </p:nvSpPr>
        <p:spPr>
          <a:xfrm>
            <a:off x="1098644" y="2392697"/>
            <a:ext cx="29076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7" name="Google Shape;1007;p5"/>
          <p:cNvSpPr txBox="1"/>
          <p:nvPr>
            <p:ph idx="2" type="subTitle"/>
          </p:nvPr>
        </p:nvSpPr>
        <p:spPr>
          <a:xfrm>
            <a:off x="5137751" y="2392697"/>
            <a:ext cx="29076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8" name="Google Shape;1008;p5"/>
          <p:cNvSpPr txBox="1"/>
          <p:nvPr>
            <p:ph idx="3" type="subTitle"/>
          </p:nvPr>
        </p:nvSpPr>
        <p:spPr>
          <a:xfrm>
            <a:off x="1098619" y="2782763"/>
            <a:ext cx="2907600" cy="85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9" name="Google Shape;1009;p5"/>
          <p:cNvSpPr txBox="1"/>
          <p:nvPr>
            <p:ph idx="4" type="subTitle"/>
          </p:nvPr>
        </p:nvSpPr>
        <p:spPr>
          <a:xfrm>
            <a:off x="5137726" y="2782763"/>
            <a:ext cx="2907600" cy="85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0" name="Google Shape;101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2" name="Google Shape;1012;p6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1013" name="Google Shape;1013;p6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1014" name="Google Shape;1014;p6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6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6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6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6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6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0" name="Google Shape;1020;p6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1021" name="Google Shape;1021;p6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6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6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6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6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6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6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8" name="Google Shape;1028;p6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1029" name="Google Shape;1029;p6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6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6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6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6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6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35" name="Google Shape;103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36" name="Google Shape;1036;p6"/>
          <p:cNvGrpSpPr/>
          <p:nvPr/>
        </p:nvGrpSpPr>
        <p:grpSpPr>
          <a:xfrm flipH="1" rot="10800000">
            <a:off x="-328900" y="4860938"/>
            <a:ext cx="10718550" cy="117400"/>
            <a:chOff x="-295125" y="5026100"/>
            <a:chExt cx="10718550" cy="117400"/>
          </a:xfrm>
        </p:grpSpPr>
        <p:sp>
          <p:nvSpPr>
            <p:cNvPr id="1037" name="Google Shape;1037;p6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38" name="Google Shape;1038;p6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1039" name="Google Shape;1039;p6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1040" name="Google Shape;1040;p6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1" name="Google Shape;1041;p6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2" name="Google Shape;1042;p6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6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4" name="Google Shape;1044;p6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5" name="Google Shape;1045;p6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6" name="Google Shape;1046;p6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7" name="Google Shape;1047;p6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8" name="Google Shape;1048;p6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9" name="Google Shape;1049;p6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0" name="Google Shape;1050;p6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1" name="Google Shape;1051;p6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2" name="Google Shape;1052;p6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3" name="Google Shape;1053;p6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54" name="Google Shape;1054;p6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1055" name="Google Shape;1055;p6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6" name="Google Shape;1056;p6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7" name="Google Shape;1057;p6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8" name="Google Shape;1058;p6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9" name="Google Shape;1059;p6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0" name="Google Shape;1060;p6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1" name="Google Shape;1061;p6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2" name="Google Shape;1062;p6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3" name="Google Shape;1063;p6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4" name="Google Shape;1064;p6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5" name="Google Shape;1065;p6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6" name="Google Shape;1066;p6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7" name="Google Shape;1067;p6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8" name="Google Shape;1068;p6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69" name="Google Shape;1069;p6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1070" name="Google Shape;1070;p6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1071" name="Google Shape;1071;p6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2" name="Google Shape;1072;p6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3" name="Google Shape;1073;p6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4" name="Google Shape;1074;p6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5" name="Google Shape;1075;p6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6" name="Google Shape;1076;p6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7" name="Google Shape;1077;p6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8" name="Google Shape;1078;p6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9" name="Google Shape;1079;p6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0" name="Google Shape;1080;p6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1" name="Google Shape;1081;p6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2" name="Google Shape;1082;p6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3" name="Google Shape;1083;p6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4" name="Google Shape;1084;p6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85" name="Google Shape;1085;p6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1086" name="Google Shape;1086;p6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7" name="Google Shape;1087;p6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p6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9" name="Google Shape;1089;p6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0" name="Google Shape;1090;p6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1" name="Google Shape;1091;p6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2" name="Google Shape;1092;p6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3" name="Google Shape;1093;p6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4" name="Google Shape;1094;p6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5" name="Google Shape;1095;p6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6" name="Google Shape;1096;p6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7" name="Google Shape;1097;p6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8" name="Google Shape;1098;p6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9" name="Google Shape;1099;p6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100" name="Google Shape;1100;p6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1101" name="Google Shape;1101;p6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1102" name="Google Shape;1102;p6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3" name="Google Shape;1103;p6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4" name="Google Shape;1104;p6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5" name="Google Shape;1105;p6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6" name="Google Shape;1106;p6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7" name="Google Shape;1107;p6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8" name="Google Shape;1108;p6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9" name="Google Shape;1109;p6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0" name="Google Shape;1110;p6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1" name="Google Shape;1111;p6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2" name="Google Shape;1112;p6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3" name="Google Shape;1113;p6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4" name="Google Shape;1114;p6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5" name="Google Shape;1115;p6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16" name="Google Shape;1116;p6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1117" name="Google Shape;1117;p6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8" name="Google Shape;1118;p6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9" name="Google Shape;1119;p6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0" name="Google Shape;1120;p6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1" name="Google Shape;1121;p6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2" name="Google Shape;1122;p6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3" name="Google Shape;1123;p6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4" name="Google Shape;1124;p6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5" name="Google Shape;1125;p6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6" name="Google Shape;1126;p6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7" name="Google Shape;1127;p6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8" name="Google Shape;1128;p6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9" name="Google Shape;1129;p6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0" name="Google Shape;1130;p6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131" name="Google Shape;1131;p6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1132" name="Google Shape;1132;p6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6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6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6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6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6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6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6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6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6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6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6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6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6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46" name="Google Shape;1146;p6"/>
          <p:cNvGrpSpPr/>
          <p:nvPr/>
        </p:nvGrpSpPr>
        <p:grpSpPr>
          <a:xfrm flipH="1" rot="10800000">
            <a:off x="-180500" y="176438"/>
            <a:ext cx="9504988" cy="86625"/>
            <a:chOff x="-180675" y="4763425"/>
            <a:chExt cx="9504988" cy="86625"/>
          </a:xfrm>
        </p:grpSpPr>
        <p:sp>
          <p:nvSpPr>
            <p:cNvPr id="1147" name="Google Shape;1147;p6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8" name="Google Shape;1148;p6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1149" name="Google Shape;1149;p6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6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6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6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6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6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6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6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6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6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6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6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6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6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3" name="Google Shape;1163;p6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1164" name="Google Shape;1164;p6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6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6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6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6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6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6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6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6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6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6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6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6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6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8" name="Google Shape;1178;p6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1179" name="Google Shape;1179;p6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6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6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6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6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6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6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6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6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6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6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6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6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6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3" name="Google Shape;1193;p6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1194" name="Google Shape;1194;p6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6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6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6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6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6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6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6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6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6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6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6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6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6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08" name="Google Shape;1208;p6"/>
          <p:cNvGrpSpPr/>
          <p:nvPr/>
        </p:nvGrpSpPr>
        <p:grpSpPr>
          <a:xfrm flipH="1" rot="10800000">
            <a:off x="8937085" y="1555981"/>
            <a:ext cx="134691" cy="140500"/>
            <a:chOff x="5391935" y="668507"/>
            <a:chExt cx="134691" cy="140500"/>
          </a:xfrm>
        </p:grpSpPr>
        <p:sp>
          <p:nvSpPr>
            <p:cNvPr id="1209" name="Google Shape;1209;p6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1" name="Google Shape;1211;p6"/>
          <p:cNvGrpSpPr/>
          <p:nvPr/>
        </p:nvGrpSpPr>
        <p:grpSpPr>
          <a:xfrm flipH="1" rot="10800000">
            <a:off x="244520" y="4290898"/>
            <a:ext cx="98100" cy="107593"/>
            <a:chOff x="151270" y="809008"/>
            <a:chExt cx="98100" cy="107593"/>
          </a:xfrm>
        </p:grpSpPr>
        <p:sp>
          <p:nvSpPr>
            <p:cNvPr id="1212" name="Google Shape;1212;p6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4" name="Google Shape;1214;p6"/>
          <p:cNvGrpSpPr/>
          <p:nvPr/>
        </p:nvGrpSpPr>
        <p:grpSpPr>
          <a:xfrm flipH="1" rot="10800000">
            <a:off x="2734326" y="312532"/>
            <a:ext cx="139069" cy="132484"/>
            <a:chOff x="2908251" y="4753922"/>
            <a:chExt cx="139069" cy="132484"/>
          </a:xfrm>
        </p:grpSpPr>
        <p:sp>
          <p:nvSpPr>
            <p:cNvPr id="1215" name="Google Shape;1215;p6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7" name="Google Shape;1217;p6"/>
          <p:cNvGrpSpPr/>
          <p:nvPr/>
        </p:nvGrpSpPr>
        <p:grpSpPr>
          <a:xfrm flipH="1" rot="10800000">
            <a:off x="125945" y="1788386"/>
            <a:ext cx="98100" cy="107593"/>
            <a:chOff x="298495" y="3020846"/>
            <a:chExt cx="98100" cy="107593"/>
          </a:xfrm>
        </p:grpSpPr>
        <p:sp>
          <p:nvSpPr>
            <p:cNvPr id="1218" name="Google Shape;1218;p6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0" name="Google Shape;1220;p6"/>
          <p:cNvGrpSpPr/>
          <p:nvPr/>
        </p:nvGrpSpPr>
        <p:grpSpPr>
          <a:xfrm flipH="1" rot="10800000">
            <a:off x="783810" y="4568331"/>
            <a:ext cx="134691" cy="140500"/>
            <a:chOff x="10" y="1980682"/>
            <a:chExt cx="134691" cy="140500"/>
          </a:xfrm>
        </p:grpSpPr>
        <p:sp>
          <p:nvSpPr>
            <p:cNvPr id="1221" name="Google Shape;1221;p6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3" name="Google Shape;1223;p6"/>
          <p:cNvGrpSpPr/>
          <p:nvPr/>
        </p:nvGrpSpPr>
        <p:grpSpPr>
          <a:xfrm flipH="1" rot="10800000">
            <a:off x="224038" y="535007"/>
            <a:ext cx="139069" cy="132484"/>
            <a:chOff x="925663" y="2413659"/>
            <a:chExt cx="139069" cy="132484"/>
          </a:xfrm>
        </p:grpSpPr>
        <p:sp>
          <p:nvSpPr>
            <p:cNvPr id="1224" name="Google Shape;1224;p6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6" name="Google Shape;1226;p6"/>
          <p:cNvGrpSpPr/>
          <p:nvPr/>
        </p:nvGrpSpPr>
        <p:grpSpPr>
          <a:xfrm flipH="1" rot="10800000">
            <a:off x="8831410" y="3852268"/>
            <a:ext cx="134691" cy="140500"/>
            <a:chOff x="8782710" y="3004407"/>
            <a:chExt cx="134691" cy="140500"/>
          </a:xfrm>
        </p:grpSpPr>
        <p:sp>
          <p:nvSpPr>
            <p:cNvPr id="1227" name="Google Shape;1227;p6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9" name="Google Shape;1229;p6"/>
          <p:cNvGrpSpPr/>
          <p:nvPr/>
        </p:nvGrpSpPr>
        <p:grpSpPr>
          <a:xfrm flipH="1" rot="10800000">
            <a:off x="8829213" y="2610457"/>
            <a:ext cx="139069" cy="132484"/>
            <a:chOff x="6787926" y="360297"/>
            <a:chExt cx="139069" cy="132484"/>
          </a:xfrm>
        </p:grpSpPr>
        <p:sp>
          <p:nvSpPr>
            <p:cNvPr id="1230" name="Google Shape;1230;p6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2" name="Google Shape;1232;p6"/>
          <p:cNvGrpSpPr/>
          <p:nvPr/>
        </p:nvGrpSpPr>
        <p:grpSpPr>
          <a:xfrm flipH="1" rot="10800000">
            <a:off x="8248760" y="352918"/>
            <a:ext cx="134691" cy="140500"/>
            <a:chOff x="3516385" y="421707"/>
            <a:chExt cx="134691" cy="140500"/>
          </a:xfrm>
        </p:grpSpPr>
        <p:sp>
          <p:nvSpPr>
            <p:cNvPr id="1233" name="Google Shape;1233;p6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5" name="Google Shape;1235;p6"/>
          <p:cNvGrpSpPr/>
          <p:nvPr/>
        </p:nvGrpSpPr>
        <p:grpSpPr>
          <a:xfrm flipH="1" rot="10800000">
            <a:off x="5982398" y="4658293"/>
            <a:ext cx="134691" cy="140500"/>
            <a:chOff x="7608023" y="4524632"/>
            <a:chExt cx="134691" cy="140500"/>
          </a:xfrm>
        </p:grpSpPr>
        <p:sp>
          <p:nvSpPr>
            <p:cNvPr id="1236" name="Google Shape;1236;p6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6"/>
          <p:cNvGrpSpPr/>
          <p:nvPr/>
        </p:nvGrpSpPr>
        <p:grpSpPr>
          <a:xfrm flipH="1" rot="10800000">
            <a:off x="140613" y="3291344"/>
            <a:ext cx="139069" cy="132484"/>
            <a:chOff x="6974538" y="4344709"/>
            <a:chExt cx="139069" cy="132484"/>
          </a:xfrm>
        </p:grpSpPr>
        <p:sp>
          <p:nvSpPr>
            <p:cNvPr id="1239" name="Google Shape;1239;p6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1" name="Google Shape;1241;p6"/>
          <p:cNvGrpSpPr/>
          <p:nvPr/>
        </p:nvGrpSpPr>
        <p:grpSpPr>
          <a:xfrm flipH="1" rot="10800000">
            <a:off x="8428898" y="4568318"/>
            <a:ext cx="134691" cy="140500"/>
            <a:chOff x="1062773" y="3863207"/>
            <a:chExt cx="134691" cy="140500"/>
          </a:xfrm>
        </p:grpSpPr>
        <p:sp>
          <p:nvSpPr>
            <p:cNvPr id="1242" name="Google Shape;1242;p6"/>
            <p:cNvSpPr/>
            <p:nvPr/>
          </p:nvSpPr>
          <p:spPr>
            <a:xfrm rot="6625235">
              <a:off x="1074155" y="38824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"/>
            <p:cNvSpPr/>
            <p:nvPr/>
          </p:nvSpPr>
          <p:spPr>
            <a:xfrm>
              <a:off x="1128169" y="3908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5" name="Google Shape;1245;p7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1246" name="Google Shape;1246;p7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1247" name="Google Shape;1247;p7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7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7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7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7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7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3" name="Google Shape;1253;p7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1254" name="Google Shape;1254;p7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7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7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7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7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7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7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1" name="Google Shape;1261;p7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1262" name="Google Shape;1262;p7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7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7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7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7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7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68" name="Google Shape;1268;p7"/>
          <p:cNvGrpSpPr/>
          <p:nvPr/>
        </p:nvGrpSpPr>
        <p:grpSpPr>
          <a:xfrm flipH="1">
            <a:off x="2880188" y="4662294"/>
            <a:ext cx="134691" cy="140500"/>
            <a:chOff x="5391935" y="668507"/>
            <a:chExt cx="134691" cy="140500"/>
          </a:xfrm>
        </p:grpSpPr>
        <p:sp>
          <p:nvSpPr>
            <p:cNvPr id="1269" name="Google Shape;1269;p7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7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1" name="Google Shape;1271;p7"/>
          <p:cNvGrpSpPr/>
          <p:nvPr/>
        </p:nvGrpSpPr>
        <p:grpSpPr>
          <a:xfrm flipH="1">
            <a:off x="8475518" y="1473233"/>
            <a:ext cx="98100" cy="107593"/>
            <a:chOff x="151270" y="809008"/>
            <a:chExt cx="98100" cy="107593"/>
          </a:xfrm>
        </p:grpSpPr>
        <p:sp>
          <p:nvSpPr>
            <p:cNvPr id="1272" name="Google Shape;1272;p7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7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4" name="Google Shape;1274;p7"/>
          <p:cNvGrpSpPr/>
          <p:nvPr/>
        </p:nvGrpSpPr>
        <p:grpSpPr>
          <a:xfrm flipH="1">
            <a:off x="5922895" y="4608497"/>
            <a:ext cx="139069" cy="132484"/>
            <a:chOff x="2908251" y="4753922"/>
            <a:chExt cx="139069" cy="132484"/>
          </a:xfrm>
        </p:grpSpPr>
        <p:sp>
          <p:nvSpPr>
            <p:cNvPr id="1275" name="Google Shape;1275;p7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7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7" name="Google Shape;1277;p7"/>
          <p:cNvGrpSpPr/>
          <p:nvPr/>
        </p:nvGrpSpPr>
        <p:grpSpPr>
          <a:xfrm flipH="1">
            <a:off x="8511168" y="4554696"/>
            <a:ext cx="98100" cy="107593"/>
            <a:chOff x="298495" y="3020846"/>
            <a:chExt cx="98100" cy="107593"/>
          </a:xfrm>
        </p:grpSpPr>
        <p:sp>
          <p:nvSpPr>
            <p:cNvPr id="1278" name="Google Shape;1278;p7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7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7"/>
          <p:cNvGrpSpPr/>
          <p:nvPr/>
        </p:nvGrpSpPr>
        <p:grpSpPr>
          <a:xfrm flipH="1">
            <a:off x="7703838" y="356294"/>
            <a:ext cx="134691" cy="140500"/>
            <a:chOff x="10" y="1980682"/>
            <a:chExt cx="134691" cy="140500"/>
          </a:xfrm>
        </p:grpSpPr>
        <p:sp>
          <p:nvSpPr>
            <p:cNvPr id="1281" name="Google Shape;1281;p7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7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3" name="Google Shape;1283;p7"/>
          <p:cNvGrpSpPr/>
          <p:nvPr/>
        </p:nvGrpSpPr>
        <p:grpSpPr>
          <a:xfrm flipH="1">
            <a:off x="8725682" y="2679059"/>
            <a:ext cx="139069" cy="132484"/>
            <a:chOff x="925663" y="2413659"/>
            <a:chExt cx="139069" cy="132484"/>
          </a:xfrm>
        </p:grpSpPr>
        <p:sp>
          <p:nvSpPr>
            <p:cNvPr id="1284" name="Google Shape;1284;p7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7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6" name="Google Shape;1286;p7"/>
          <p:cNvGrpSpPr/>
          <p:nvPr/>
        </p:nvGrpSpPr>
        <p:grpSpPr>
          <a:xfrm flipH="1">
            <a:off x="105463" y="2888832"/>
            <a:ext cx="134691" cy="140500"/>
            <a:chOff x="8180660" y="3700657"/>
            <a:chExt cx="134691" cy="140500"/>
          </a:xfrm>
        </p:grpSpPr>
        <p:sp>
          <p:nvSpPr>
            <p:cNvPr id="1287" name="Google Shape;1287;p7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7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9" name="Google Shape;1289;p7"/>
          <p:cNvGrpSpPr/>
          <p:nvPr/>
        </p:nvGrpSpPr>
        <p:grpSpPr>
          <a:xfrm flipH="1">
            <a:off x="240163" y="1545382"/>
            <a:ext cx="134691" cy="140500"/>
            <a:chOff x="8782710" y="3004407"/>
            <a:chExt cx="134691" cy="140500"/>
          </a:xfrm>
        </p:grpSpPr>
        <p:sp>
          <p:nvSpPr>
            <p:cNvPr id="1290" name="Google Shape;1290;p7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7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2" name="Google Shape;1292;p7"/>
          <p:cNvGrpSpPr/>
          <p:nvPr/>
        </p:nvGrpSpPr>
        <p:grpSpPr>
          <a:xfrm flipH="1">
            <a:off x="1156245" y="926572"/>
            <a:ext cx="139069" cy="132484"/>
            <a:chOff x="6787926" y="360297"/>
            <a:chExt cx="139069" cy="132484"/>
          </a:xfrm>
        </p:grpSpPr>
        <p:sp>
          <p:nvSpPr>
            <p:cNvPr id="1293" name="Google Shape;1293;p7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7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5" name="Google Shape;1295;p7"/>
          <p:cNvGrpSpPr/>
          <p:nvPr/>
        </p:nvGrpSpPr>
        <p:grpSpPr>
          <a:xfrm flipH="1">
            <a:off x="1021538" y="4662307"/>
            <a:ext cx="134691" cy="140500"/>
            <a:chOff x="3516385" y="421707"/>
            <a:chExt cx="134691" cy="140500"/>
          </a:xfrm>
        </p:grpSpPr>
        <p:sp>
          <p:nvSpPr>
            <p:cNvPr id="1296" name="Google Shape;1296;p7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7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7"/>
          <p:cNvGrpSpPr/>
          <p:nvPr/>
        </p:nvGrpSpPr>
        <p:grpSpPr>
          <a:xfrm flipH="1">
            <a:off x="187526" y="4132907"/>
            <a:ext cx="134691" cy="140500"/>
            <a:chOff x="7608023" y="4524632"/>
            <a:chExt cx="134691" cy="140500"/>
          </a:xfrm>
        </p:grpSpPr>
        <p:sp>
          <p:nvSpPr>
            <p:cNvPr id="1299" name="Google Shape;1299;p7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7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1" name="Google Shape;1301;p7"/>
          <p:cNvGrpSpPr/>
          <p:nvPr/>
        </p:nvGrpSpPr>
        <p:grpSpPr>
          <a:xfrm flipH="1">
            <a:off x="8336457" y="812434"/>
            <a:ext cx="139069" cy="132484"/>
            <a:chOff x="6974538" y="4344709"/>
            <a:chExt cx="139069" cy="132484"/>
          </a:xfrm>
        </p:grpSpPr>
        <p:sp>
          <p:nvSpPr>
            <p:cNvPr id="1302" name="Google Shape;1302;p7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7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4" name="Google Shape;1304;p7"/>
          <p:cNvGrpSpPr/>
          <p:nvPr/>
        </p:nvGrpSpPr>
        <p:grpSpPr>
          <a:xfrm flipH="1">
            <a:off x="406626" y="394507"/>
            <a:ext cx="134691" cy="140500"/>
            <a:chOff x="1062773" y="3863207"/>
            <a:chExt cx="134691" cy="140500"/>
          </a:xfrm>
        </p:grpSpPr>
        <p:sp>
          <p:nvSpPr>
            <p:cNvPr id="1305" name="Google Shape;1305;p7"/>
            <p:cNvSpPr/>
            <p:nvPr/>
          </p:nvSpPr>
          <p:spPr>
            <a:xfrm rot="6625235">
              <a:off x="1074155" y="38824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7"/>
            <p:cNvSpPr/>
            <p:nvPr/>
          </p:nvSpPr>
          <p:spPr>
            <a:xfrm>
              <a:off x="1128169" y="3908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7" name="Google Shape;1307;p7"/>
          <p:cNvGrpSpPr/>
          <p:nvPr/>
        </p:nvGrpSpPr>
        <p:grpSpPr>
          <a:xfrm>
            <a:off x="-306400" y="4873700"/>
            <a:ext cx="10718550" cy="117400"/>
            <a:chOff x="-295125" y="5026100"/>
            <a:chExt cx="10718550" cy="117400"/>
          </a:xfrm>
        </p:grpSpPr>
        <p:sp>
          <p:nvSpPr>
            <p:cNvPr id="1308" name="Google Shape;1308;p7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09" name="Google Shape;1309;p7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1310" name="Google Shape;1310;p7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1311" name="Google Shape;1311;p7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2" name="Google Shape;1312;p7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3" name="Google Shape;1313;p7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4" name="Google Shape;1314;p7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5" name="Google Shape;1315;p7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6" name="Google Shape;1316;p7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7" name="Google Shape;1317;p7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8" name="Google Shape;1318;p7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9" name="Google Shape;1319;p7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0" name="Google Shape;1320;p7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1" name="Google Shape;1321;p7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2" name="Google Shape;1322;p7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3" name="Google Shape;1323;p7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4" name="Google Shape;1324;p7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25" name="Google Shape;1325;p7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1326" name="Google Shape;1326;p7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7" name="Google Shape;1327;p7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8" name="Google Shape;1328;p7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9" name="Google Shape;1329;p7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0" name="Google Shape;1330;p7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1" name="Google Shape;1331;p7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2" name="Google Shape;1332;p7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3" name="Google Shape;1333;p7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4" name="Google Shape;1334;p7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5" name="Google Shape;1335;p7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6" name="Google Shape;1336;p7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7" name="Google Shape;1337;p7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8" name="Google Shape;1338;p7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9" name="Google Shape;1339;p7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340" name="Google Shape;1340;p7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1341" name="Google Shape;1341;p7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1342" name="Google Shape;1342;p7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3" name="Google Shape;1343;p7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4" name="Google Shape;1344;p7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5" name="Google Shape;1345;p7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6" name="Google Shape;1346;p7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7" name="Google Shape;1347;p7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8" name="Google Shape;1348;p7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p7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0" name="Google Shape;1350;p7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1" name="Google Shape;1351;p7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2" name="Google Shape;1352;p7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3" name="Google Shape;1353;p7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4" name="Google Shape;1354;p7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5" name="Google Shape;1355;p7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56" name="Google Shape;1356;p7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1357" name="Google Shape;1357;p7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8" name="Google Shape;1358;p7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9" name="Google Shape;1359;p7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0" name="Google Shape;1360;p7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1" name="Google Shape;1361;p7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2" name="Google Shape;1362;p7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3" name="Google Shape;1363;p7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4" name="Google Shape;1364;p7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5" name="Google Shape;1365;p7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6" name="Google Shape;1366;p7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7" name="Google Shape;1367;p7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8" name="Google Shape;1368;p7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9" name="Google Shape;1369;p7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0" name="Google Shape;1370;p7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371" name="Google Shape;1371;p7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1372" name="Google Shape;1372;p7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1373" name="Google Shape;1373;p7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4" name="Google Shape;1374;p7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5" name="Google Shape;1375;p7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6" name="Google Shape;1376;p7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7" name="Google Shape;1377;p7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8" name="Google Shape;1378;p7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9" name="Google Shape;1379;p7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0" name="Google Shape;1380;p7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1" name="Google Shape;1381;p7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2" name="Google Shape;1382;p7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3" name="Google Shape;1383;p7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4" name="Google Shape;1384;p7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5" name="Google Shape;1385;p7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6" name="Google Shape;1386;p7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87" name="Google Shape;1387;p7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1388" name="Google Shape;1388;p7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9" name="Google Shape;1389;p7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0" name="Google Shape;1390;p7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1" name="Google Shape;1391;p7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2" name="Google Shape;1392;p7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3" name="Google Shape;1393;p7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4" name="Google Shape;1394;p7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5" name="Google Shape;1395;p7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6" name="Google Shape;1396;p7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7" name="Google Shape;1397;p7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8" name="Google Shape;1398;p7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9" name="Google Shape;1399;p7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0" name="Google Shape;1400;p7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1" name="Google Shape;1401;p7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02" name="Google Shape;1402;p7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1403" name="Google Shape;1403;p7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7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7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7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7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7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7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7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7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7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7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7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7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7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17" name="Google Shape;1417;p7"/>
          <p:cNvGrpSpPr/>
          <p:nvPr/>
        </p:nvGrpSpPr>
        <p:grpSpPr>
          <a:xfrm>
            <a:off x="-152450" y="178825"/>
            <a:ext cx="9504988" cy="86625"/>
            <a:chOff x="-180675" y="4763425"/>
            <a:chExt cx="9504988" cy="86625"/>
          </a:xfrm>
        </p:grpSpPr>
        <p:sp>
          <p:nvSpPr>
            <p:cNvPr id="1418" name="Google Shape;1418;p7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19" name="Google Shape;1419;p7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1420" name="Google Shape;1420;p7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7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7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7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7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7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7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7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7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7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7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7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7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7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4" name="Google Shape;1434;p7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1435" name="Google Shape;1435;p7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7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7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7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7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7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7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7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7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7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7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7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7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7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9" name="Google Shape;1449;p7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1450" name="Google Shape;1450;p7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7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7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7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7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7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7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7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7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7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7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7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7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7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7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1465" name="Google Shape;1465;p7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7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7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7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7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7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7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7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7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7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7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7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7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7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79" name="Google Shape;1479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0" name="Google Shape;1480;p7"/>
          <p:cNvSpPr txBox="1"/>
          <p:nvPr>
            <p:ph idx="1" type="body"/>
          </p:nvPr>
        </p:nvSpPr>
        <p:spPr>
          <a:xfrm>
            <a:off x="715100" y="1495825"/>
            <a:ext cx="3852000" cy="283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2" name="Google Shape;1482;p8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1483" name="Google Shape;1483;p8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1484" name="Google Shape;1484;p8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8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8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8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8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8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0" name="Google Shape;1490;p8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1491" name="Google Shape;1491;p8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p8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8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8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8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8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8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8" name="Google Shape;1498;p8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1499" name="Google Shape;1499;p8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8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8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8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8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8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05" name="Google Shape;1505;p8"/>
          <p:cNvSpPr txBox="1"/>
          <p:nvPr>
            <p:ph type="title"/>
          </p:nvPr>
        </p:nvSpPr>
        <p:spPr>
          <a:xfrm>
            <a:off x="715100" y="1307100"/>
            <a:ext cx="77139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06" name="Google Shape;1506;p8"/>
          <p:cNvGrpSpPr/>
          <p:nvPr/>
        </p:nvGrpSpPr>
        <p:grpSpPr>
          <a:xfrm flipH="1">
            <a:off x="-451050" y="4873688"/>
            <a:ext cx="9932525" cy="101238"/>
            <a:chOff x="-871025" y="2187363"/>
            <a:chExt cx="9932525" cy="101238"/>
          </a:xfrm>
        </p:grpSpPr>
        <p:sp>
          <p:nvSpPr>
            <p:cNvPr id="1507" name="Google Shape;1507;p8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8" name="Google Shape;1508;p8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1509" name="Google Shape;1509;p8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8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8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8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8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8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8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8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8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8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8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0" name="Google Shape;1520;p8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1521" name="Google Shape;1521;p8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8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8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8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8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8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8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8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8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8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8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2" name="Google Shape;1532;p8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1533" name="Google Shape;1533;p8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8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8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8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8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8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8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8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8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8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8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4" name="Google Shape;1544;p8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1545" name="Google Shape;1545;p8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8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8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8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8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8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8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8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8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8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8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6" name="Google Shape;1556;p8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1557" name="Google Shape;1557;p8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8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8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8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8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8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8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8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8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8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8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8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1569" name="Google Shape;1569;p8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8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8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8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8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8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8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8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8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8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8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80" name="Google Shape;1580;p8"/>
          <p:cNvGrpSpPr/>
          <p:nvPr/>
        </p:nvGrpSpPr>
        <p:grpSpPr>
          <a:xfrm flipH="1" rot="10800000">
            <a:off x="8688910" y="4487647"/>
            <a:ext cx="134691" cy="140500"/>
            <a:chOff x="5391935" y="668507"/>
            <a:chExt cx="134691" cy="140500"/>
          </a:xfrm>
        </p:grpSpPr>
        <p:sp>
          <p:nvSpPr>
            <p:cNvPr id="1581" name="Google Shape;1581;p8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3" name="Google Shape;1583;p8"/>
          <p:cNvGrpSpPr/>
          <p:nvPr/>
        </p:nvGrpSpPr>
        <p:grpSpPr>
          <a:xfrm flipH="1" rot="10800000">
            <a:off x="388460" y="4126347"/>
            <a:ext cx="134691" cy="140500"/>
            <a:chOff x="1356060" y="1786132"/>
            <a:chExt cx="134691" cy="140500"/>
          </a:xfrm>
        </p:grpSpPr>
        <p:sp>
          <p:nvSpPr>
            <p:cNvPr id="1584" name="Google Shape;1584;p8"/>
            <p:cNvSpPr/>
            <p:nvPr/>
          </p:nvSpPr>
          <p:spPr>
            <a:xfrm rot="6625235">
              <a:off x="1367442" y="18053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1407356" y="1840334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835"/>
                    <a:pt x="1802" y="2336"/>
                    <a:pt x="1168" y="2336"/>
                  </a:cubicBezTo>
                  <a:cubicBezTo>
                    <a:pt x="501" y="2336"/>
                    <a:pt x="1" y="1835"/>
                    <a:pt x="1" y="1168"/>
                  </a:cubicBezTo>
                  <a:cubicBezTo>
                    <a:pt x="1" y="534"/>
                    <a:pt x="501" y="1"/>
                    <a:pt x="1168" y="1"/>
                  </a:cubicBezTo>
                  <a:cubicBezTo>
                    <a:pt x="1802" y="1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6" name="Google Shape;1586;p8"/>
          <p:cNvGrpSpPr/>
          <p:nvPr/>
        </p:nvGrpSpPr>
        <p:grpSpPr>
          <a:xfrm flipH="1" rot="10800000">
            <a:off x="1182445" y="404202"/>
            <a:ext cx="98100" cy="107593"/>
            <a:chOff x="151270" y="809008"/>
            <a:chExt cx="98100" cy="107593"/>
          </a:xfrm>
        </p:grpSpPr>
        <p:sp>
          <p:nvSpPr>
            <p:cNvPr id="1587" name="Google Shape;1587;p8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9" name="Google Shape;1589;p8"/>
          <p:cNvGrpSpPr/>
          <p:nvPr/>
        </p:nvGrpSpPr>
        <p:grpSpPr>
          <a:xfrm flipH="1" rot="10800000">
            <a:off x="388445" y="2651939"/>
            <a:ext cx="98100" cy="107593"/>
            <a:chOff x="298495" y="3020846"/>
            <a:chExt cx="98100" cy="107593"/>
          </a:xfrm>
        </p:grpSpPr>
        <p:sp>
          <p:nvSpPr>
            <p:cNvPr id="1590" name="Google Shape;1590;p8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2" name="Google Shape;1592;p8"/>
          <p:cNvGrpSpPr/>
          <p:nvPr/>
        </p:nvGrpSpPr>
        <p:grpSpPr>
          <a:xfrm flipH="1" rot="10800000">
            <a:off x="2508663" y="4700598"/>
            <a:ext cx="139069" cy="132484"/>
            <a:chOff x="925663" y="2413659"/>
            <a:chExt cx="139069" cy="132484"/>
          </a:xfrm>
        </p:grpSpPr>
        <p:sp>
          <p:nvSpPr>
            <p:cNvPr id="1593" name="Google Shape;1593;p8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5" name="Google Shape;1595;p8"/>
          <p:cNvGrpSpPr/>
          <p:nvPr/>
        </p:nvGrpSpPr>
        <p:grpSpPr>
          <a:xfrm flipH="1" rot="10800000">
            <a:off x="8688910" y="3117797"/>
            <a:ext cx="134691" cy="140500"/>
            <a:chOff x="8180660" y="3700657"/>
            <a:chExt cx="134691" cy="140500"/>
          </a:xfrm>
        </p:grpSpPr>
        <p:sp>
          <p:nvSpPr>
            <p:cNvPr id="1596" name="Google Shape;1596;p8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8" name="Google Shape;1598;p8"/>
          <p:cNvGrpSpPr/>
          <p:nvPr/>
        </p:nvGrpSpPr>
        <p:grpSpPr>
          <a:xfrm flipH="1" rot="10800000">
            <a:off x="8782710" y="2048472"/>
            <a:ext cx="134691" cy="140500"/>
            <a:chOff x="8782710" y="3004407"/>
            <a:chExt cx="134691" cy="140500"/>
          </a:xfrm>
        </p:grpSpPr>
        <p:sp>
          <p:nvSpPr>
            <p:cNvPr id="1599" name="Google Shape;1599;p8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1" name="Google Shape;1601;p8"/>
          <p:cNvGrpSpPr/>
          <p:nvPr/>
        </p:nvGrpSpPr>
        <p:grpSpPr>
          <a:xfrm flipH="1" rot="10800000">
            <a:off x="249376" y="1706848"/>
            <a:ext cx="139069" cy="132484"/>
            <a:chOff x="7193976" y="1915322"/>
            <a:chExt cx="139069" cy="132484"/>
          </a:xfrm>
        </p:grpSpPr>
        <p:sp>
          <p:nvSpPr>
            <p:cNvPr id="1602" name="Google Shape;1602;p8"/>
            <p:cNvSpPr/>
            <p:nvPr/>
          </p:nvSpPr>
          <p:spPr>
            <a:xfrm rot="1036744">
              <a:off x="7206779" y="19298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7247480" y="1965520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68" y="2335"/>
                    <a:pt x="1" y="1768"/>
                    <a:pt x="1" y="1168"/>
                  </a:cubicBezTo>
                  <a:cubicBezTo>
                    <a:pt x="1" y="534"/>
                    <a:pt x="568" y="0"/>
                    <a:pt x="1168" y="0"/>
                  </a:cubicBezTo>
                  <a:cubicBezTo>
                    <a:pt x="1835" y="0"/>
                    <a:pt x="2336" y="467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4" name="Google Shape;1604;p8"/>
          <p:cNvGrpSpPr/>
          <p:nvPr/>
        </p:nvGrpSpPr>
        <p:grpSpPr>
          <a:xfrm flipH="1" rot="10800000">
            <a:off x="6787926" y="4700598"/>
            <a:ext cx="139069" cy="132484"/>
            <a:chOff x="6787926" y="360297"/>
            <a:chExt cx="139069" cy="132484"/>
          </a:xfrm>
        </p:grpSpPr>
        <p:sp>
          <p:nvSpPr>
            <p:cNvPr id="1605" name="Google Shape;1605;p8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7" name="Google Shape;1607;p8"/>
          <p:cNvGrpSpPr/>
          <p:nvPr/>
        </p:nvGrpSpPr>
        <p:grpSpPr>
          <a:xfrm flipH="1" rot="10800000">
            <a:off x="8850070" y="531077"/>
            <a:ext cx="98100" cy="107593"/>
            <a:chOff x="7449370" y="2691508"/>
            <a:chExt cx="98100" cy="107593"/>
          </a:xfrm>
        </p:grpSpPr>
        <p:sp>
          <p:nvSpPr>
            <p:cNvPr id="1608" name="Google Shape;1608;p8"/>
            <p:cNvSpPr/>
            <p:nvPr/>
          </p:nvSpPr>
          <p:spPr>
            <a:xfrm rot="5400000">
              <a:off x="7444624" y="26962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7449379" y="27292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0" name="Google Shape;1610;p8"/>
          <p:cNvGrpSpPr/>
          <p:nvPr/>
        </p:nvGrpSpPr>
        <p:grpSpPr>
          <a:xfrm flipH="1" rot="10800000">
            <a:off x="5904873" y="360297"/>
            <a:ext cx="134691" cy="140500"/>
            <a:chOff x="7608023" y="4524632"/>
            <a:chExt cx="134691" cy="140500"/>
          </a:xfrm>
        </p:grpSpPr>
        <p:sp>
          <p:nvSpPr>
            <p:cNvPr id="1611" name="Google Shape;1611;p8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3" name="Google Shape;1613;p8"/>
          <p:cNvGrpSpPr/>
          <p:nvPr/>
        </p:nvGrpSpPr>
        <p:grpSpPr>
          <a:xfrm>
            <a:off x="-328900" y="176438"/>
            <a:ext cx="10718550" cy="117400"/>
            <a:chOff x="-295125" y="5026100"/>
            <a:chExt cx="10718550" cy="117400"/>
          </a:xfrm>
        </p:grpSpPr>
        <p:sp>
          <p:nvSpPr>
            <p:cNvPr id="1614" name="Google Shape;1614;p8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5" name="Google Shape;1615;p8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1616" name="Google Shape;1616;p8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1617" name="Google Shape;1617;p8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8" name="Google Shape;1618;p8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9" name="Google Shape;1619;p8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0" name="Google Shape;1620;p8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1" name="Google Shape;1621;p8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2" name="Google Shape;1622;p8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3" name="Google Shape;1623;p8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4" name="Google Shape;1624;p8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5" name="Google Shape;1625;p8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6" name="Google Shape;1626;p8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7" name="Google Shape;1627;p8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8" name="Google Shape;1628;p8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9" name="Google Shape;1629;p8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0" name="Google Shape;1630;p8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31" name="Google Shape;1631;p8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1632" name="Google Shape;1632;p8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3" name="Google Shape;1633;p8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4" name="Google Shape;1634;p8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5" name="Google Shape;1635;p8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6" name="Google Shape;1636;p8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7" name="Google Shape;1637;p8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8" name="Google Shape;1638;p8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9" name="Google Shape;1639;p8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0" name="Google Shape;1640;p8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1" name="Google Shape;1641;p8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2" name="Google Shape;1642;p8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3" name="Google Shape;1643;p8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4" name="Google Shape;1644;p8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5" name="Google Shape;1645;p8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646" name="Google Shape;1646;p8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1647" name="Google Shape;1647;p8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1648" name="Google Shape;1648;p8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9" name="Google Shape;1649;p8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0" name="Google Shape;1650;p8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1" name="Google Shape;1651;p8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2" name="Google Shape;1652;p8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3" name="Google Shape;1653;p8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4" name="Google Shape;1654;p8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5" name="Google Shape;1655;p8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6" name="Google Shape;1656;p8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7" name="Google Shape;1657;p8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8" name="Google Shape;1658;p8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9" name="Google Shape;1659;p8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0" name="Google Shape;1660;p8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1" name="Google Shape;1661;p8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62" name="Google Shape;1662;p8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1663" name="Google Shape;1663;p8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4" name="Google Shape;1664;p8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5" name="Google Shape;1665;p8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6" name="Google Shape;1666;p8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7" name="Google Shape;1667;p8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8" name="Google Shape;1668;p8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9" name="Google Shape;1669;p8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0" name="Google Shape;1670;p8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1" name="Google Shape;1671;p8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2" name="Google Shape;1672;p8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3" name="Google Shape;1673;p8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4" name="Google Shape;1674;p8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5" name="Google Shape;1675;p8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6" name="Google Shape;1676;p8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677" name="Google Shape;1677;p8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1678" name="Google Shape;1678;p8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1679" name="Google Shape;1679;p8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0" name="Google Shape;1680;p8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1" name="Google Shape;1681;p8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2" name="Google Shape;1682;p8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3" name="Google Shape;1683;p8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4" name="Google Shape;1684;p8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5" name="Google Shape;1685;p8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6" name="Google Shape;1686;p8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7" name="Google Shape;1687;p8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8" name="Google Shape;1688;p8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9" name="Google Shape;1689;p8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0" name="Google Shape;1690;p8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1" name="Google Shape;1691;p8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2" name="Google Shape;1692;p8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93" name="Google Shape;1693;p8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1694" name="Google Shape;1694;p8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5" name="Google Shape;1695;p8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6" name="Google Shape;1696;p8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7" name="Google Shape;1697;p8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8" name="Google Shape;1698;p8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9" name="Google Shape;1699;p8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0" name="Google Shape;1700;p8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1" name="Google Shape;1701;p8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2" name="Google Shape;1702;p8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3" name="Google Shape;1703;p8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4" name="Google Shape;1704;p8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5" name="Google Shape;1705;p8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6" name="Google Shape;1706;p8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7" name="Google Shape;1707;p8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08" name="Google Shape;1708;p8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1709" name="Google Shape;1709;p8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8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8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8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8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4" name="Google Shape;1714;p8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8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8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8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8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8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8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8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8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4" name="Google Shape;1724;p9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1725" name="Google Shape;1725;p9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1726" name="Google Shape;1726;p9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7" name="Google Shape;1727;p9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9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9" name="Google Shape;1729;p9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9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9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2" name="Google Shape;1732;p9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1733" name="Google Shape;1733;p9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9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9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9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9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8" name="Google Shape;1738;p9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9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0" name="Google Shape;1740;p9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1741" name="Google Shape;1741;p9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9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9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9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9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9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47" name="Google Shape;1747;p9"/>
          <p:cNvGrpSpPr/>
          <p:nvPr/>
        </p:nvGrpSpPr>
        <p:grpSpPr>
          <a:xfrm flipH="1" rot="10800000">
            <a:off x="-394275" y="164213"/>
            <a:ext cx="9932525" cy="101238"/>
            <a:chOff x="-871025" y="2187363"/>
            <a:chExt cx="9932525" cy="101238"/>
          </a:xfrm>
        </p:grpSpPr>
        <p:sp>
          <p:nvSpPr>
            <p:cNvPr id="1748" name="Google Shape;1748;p9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49" name="Google Shape;1749;p9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1750" name="Google Shape;1750;p9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9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9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9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9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9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9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9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9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9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9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1" name="Google Shape;1761;p9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1762" name="Google Shape;1762;p9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3" name="Google Shape;1763;p9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9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9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9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9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9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9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9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9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9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73" name="Google Shape;1773;p9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1774" name="Google Shape;1774;p9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9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9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9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9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9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9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9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9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9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9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5" name="Google Shape;1785;p9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1786" name="Google Shape;1786;p9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9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9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9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9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9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9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9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9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5" name="Google Shape;1795;p9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6" name="Google Shape;1796;p9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7" name="Google Shape;1797;p9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1798" name="Google Shape;1798;p9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9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9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9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9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9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9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9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9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9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9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9" name="Google Shape;1809;p9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1810" name="Google Shape;1810;p9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9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9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9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9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9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9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9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9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9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9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21" name="Google Shape;1821;p9"/>
          <p:cNvGrpSpPr/>
          <p:nvPr/>
        </p:nvGrpSpPr>
        <p:grpSpPr>
          <a:xfrm flipH="1">
            <a:off x="8520816" y="3020846"/>
            <a:ext cx="98100" cy="107593"/>
            <a:chOff x="298495" y="3020846"/>
            <a:chExt cx="98100" cy="107593"/>
          </a:xfrm>
        </p:grpSpPr>
        <p:sp>
          <p:nvSpPr>
            <p:cNvPr id="1822" name="Google Shape;1822;p9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9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4" name="Google Shape;1824;p9"/>
          <p:cNvGrpSpPr/>
          <p:nvPr/>
        </p:nvGrpSpPr>
        <p:grpSpPr>
          <a:xfrm flipH="1">
            <a:off x="8782710" y="1980682"/>
            <a:ext cx="134691" cy="140500"/>
            <a:chOff x="10" y="1980682"/>
            <a:chExt cx="134691" cy="140500"/>
          </a:xfrm>
        </p:grpSpPr>
        <p:sp>
          <p:nvSpPr>
            <p:cNvPr id="1825" name="Google Shape;1825;p9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9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7" name="Google Shape;1827;p9"/>
          <p:cNvGrpSpPr/>
          <p:nvPr/>
        </p:nvGrpSpPr>
        <p:grpSpPr>
          <a:xfrm flipH="1">
            <a:off x="602060" y="3700657"/>
            <a:ext cx="134691" cy="140500"/>
            <a:chOff x="8180660" y="3700657"/>
            <a:chExt cx="134691" cy="140500"/>
          </a:xfrm>
        </p:grpSpPr>
        <p:sp>
          <p:nvSpPr>
            <p:cNvPr id="1828" name="Google Shape;1828;p9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9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0" name="Google Shape;1830;p9"/>
          <p:cNvGrpSpPr/>
          <p:nvPr/>
        </p:nvGrpSpPr>
        <p:grpSpPr>
          <a:xfrm flipH="1">
            <a:off x="10" y="3004407"/>
            <a:ext cx="134691" cy="140500"/>
            <a:chOff x="8782710" y="3004407"/>
            <a:chExt cx="134691" cy="140500"/>
          </a:xfrm>
        </p:grpSpPr>
        <p:sp>
          <p:nvSpPr>
            <p:cNvPr id="1831" name="Google Shape;1831;p9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9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3" name="Google Shape;1833;p9"/>
          <p:cNvGrpSpPr/>
          <p:nvPr/>
        </p:nvGrpSpPr>
        <p:grpSpPr>
          <a:xfrm flipH="1">
            <a:off x="8862492" y="4542259"/>
            <a:ext cx="139069" cy="132484"/>
            <a:chOff x="7193976" y="1915322"/>
            <a:chExt cx="139069" cy="132484"/>
          </a:xfrm>
        </p:grpSpPr>
        <p:sp>
          <p:nvSpPr>
            <p:cNvPr id="1834" name="Google Shape;1834;p9"/>
            <p:cNvSpPr/>
            <p:nvPr/>
          </p:nvSpPr>
          <p:spPr>
            <a:xfrm rot="1036744">
              <a:off x="7206779" y="19298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9"/>
            <p:cNvSpPr/>
            <p:nvPr/>
          </p:nvSpPr>
          <p:spPr>
            <a:xfrm>
              <a:off x="7247480" y="1965520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68" y="2335"/>
                    <a:pt x="1" y="1768"/>
                    <a:pt x="1" y="1168"/>
                  </a:cubicBezTo>
                  <a:cubicBezTo>
                    <a:pt x="1" y="534"/>
                    <a:pt x="568" y="0"/>
                    <a:pt x="1168" y="0"/>
                  </a:cubicBezTo>
                  <a:cubicBezTo>
                    <a:pt x="1835" y="0"/>
                    <a:pt x="2336" y="467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6" name="Google Shape;1836;p9"/>
          <p:cNvGrpSpPr/>
          <p:nvPr/>
        </p:nvGrpSpPr>
        <p:grpSpPr>
          <a:xfrm flipH="1">
            <a:off x="1990417" y="360297"/>
            <a:ext cx="139069" cy="132484"/>
            <a:chOff x="6787926" y="360297"/>
            <a:chExt cx="139069" cy="132484"/>
          </a:xfrm>
        </p:grpSpPr>
        <p:sp>
          <p:nvSpPr>
            <p:cNvPr id="1837" name="Google Shape;1837;p9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9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9" name="Google Shape;1839;p9"/>
          <p:cNvGrpSpPr/>
          <p:nvPr/>
        </p:nvGrpSpPr>
        <p:grpSpPr>
          <a:xfrm flipH="1">
            <a:off x="5680760" y="464757"/>
            <a:ext cx="134691" cy="140500"/>
            <a:chOff x="3516385" y="421707"/>
            <a:chExt cx="134691" cy="140500"/>
          </a:xfrm>
        </p:grpSpPr>
        <p:sp>
          <p:nvSpPr>
            <p:cNvPr id="1840" name="Google Shape;1840;p9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9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2" name="Google Shape;1842;p9"/>
          <p:cNvGrpSpPr/>
          <p:nvPr/>
        </p:nvGrpSpPr>
        <p:grpSpPr>
          <a:xfrm flipH="1">
            <a:off x="666041" y="750558"/>
            <a:ext cx="98100" cy="107593"/>
            <a:chOff x="7449370" y="2691508"/>
            <a:chExt cx="98100" cy="107593"/>
          </a:xfrm>
        </p:grpSpPr>
        <p:sp>
          <p:nvSpPr>
            <p:cNvPr id="1843" name="Google Shape;1843;p9"/>
            <p:cNvSpPr/>
            <p:nvPr/>
          </p:nvSpPr>
          <p:spPr>
            <a:xfrm rot="5400000">
              <a:off x="7444624" y="26962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9"/>
            <p:cNvSpPr/>
            <p:nvPr/>
          </p:nvSpPr>
          <p:spPr>
            <a:xfrm>
              <a:off x="7449379" y="27292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5" name="Google Shape;1845;p9"/>
          <p:cNvGrpSpPr/>
          <p:nvPr/>
        </p:nvGrpSpPr>
        <p:grpSpPr>
          <a:xfrm flipH="1">
            <a:off x="1174698" y="4524632"/>
            <a:ext cx="134691" cy="140500"/>
            <a:chOff x="7608023" y="4524632"/>
            <a:chExt cx="134691" cy="140500"/>
          </a:xfrm>
        </p:grpSpPr>
        <p:sp>
          <p:nvSpPr>
            <p:cNvPr id="1846" name="Google Shape;1846;p9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9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8" name="Google Shape;1848;p9"/>
          <p:cNvGrpSpPr/>
          <p:nvPr/>
        </p:nvGrpSpPr>
        <p:grpSpPr>
          <a:xfrm>
            <a:off x="-180512" y="4873700"/>
            <a:ext cx="9504988" cy="86625"/>
            <a:chOff x="-180675" y="4763425"/>
            <a:chExt cx="9504988" cy="86625"/>
          </a:xfrm>
        </p:grpSpPr>
        <p:sp>
          <p:nvSpPr>
            <p:cNvPr id="1849" name="Google Shape;1849;p9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50" name="Google Shape;1850;p9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1851" name="Google Shape;1851;p9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9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9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9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9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9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9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9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9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9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9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9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9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9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5" name="Google Shape;1865;p9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1866" name="Google Shape;1866;p9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7" name="Google Shape;1867;p9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9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9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9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9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9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9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9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9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9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7" name="Google Shape;1877;p9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9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9" name="Google Shape;1879;p9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0" name="Google Shape;1880;p9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1881" name="Google Shape;1881;p9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9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9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9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9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9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9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9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9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0" name="Google Shape;1890;p9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9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9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9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9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5" name="Google Shape;1895;p9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1896" name="Google Shape;1896;p9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9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9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9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9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9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9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9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9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9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6" name="Google Shape;1906;p9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9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9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9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10" name="Google Shape;1910;p9"/>
          <p:cNvSpPr txBox="1"/>
          <p:nvPr>
            <p:ph type="title"/>
          </p:nvPr>
        </p:nvSpPr>
        <p:spPr>
          <a:xfrm>
            <a:off x="811600" y="1549950"/>
            <a:ext cx="3708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11" name="Google Shape;1911;p9"/>
          <p:cNvSpPr txBox="1"/>
          <p:nvPr>
            <p:ph idx="1" type="subTitle"/>
          </p:nvPr>
        </p:nvSpPr>
        <p:spPr>
          <a:xfrm>
            <a:off x="811600" y="2391748"/>
            <a:ext cx="3708300" cy="120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10"/>
          <p:cNvSpPr txBox="1"/>
          <p:nvPr>
            <p:ph type="title"/>
          </p:nvPr>
        </p:nvSpPr>
        <p:spPr>
          <a:xfrm>
            <a:off x="715100" y="3484588"/>
            <a:ext cx="5136300" cy="101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5" name="Google Shape;1915;p11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1916" name="Google Shape;1916;p11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1917" name="Google Shape;1917;p11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11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11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11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11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11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3" name="Google Shape;1923;p11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1924" name="Google Shape;1924;p11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11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11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11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11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11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11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1" name="Google Shape;1931;p11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1932" name="Google Shape;1932;p11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11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11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11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11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11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38" name="Google Shape;1938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939" name="Google Shape;1939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940" name="Google Shape;1940;p11"/>
          <p:cNvGrpSpPr/>
          <p:nvPr/>
        </p:nvGrpSpPr>
        <p:grpSpPr>
          <a:xfrm>
            <a:off x="-334925" y="166725"/>
            <a:ext cx="10718550" cy="117400"/>
            <a:chOff x="-295125" y="5026100"/>
            <a:chExt cx="10718550" cy="117400"/>
          </a:xfrm>
        </p:grpSpPr>
        <p:sp>
          <p:nvSpPr>
            <p:cNvPr id="1941" name="Google Shape;1941;p11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2" name="Google Shape;1942;p11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1943" name="Google Shape;1943;p11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1944" name="Google Shape;1944;p11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5" name="Google Shape;1945;p11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6" name="Google Shape;1946;p11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7" name="Google Shape;1947;p11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8" name="Google Shape;1948;p11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9" name="Google Shape;1949;p11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0" name="Google Shape;1950;p11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1" name="Google Shape;1951;p11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2" name="Google Shape;1952;p11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3" name="Google Shape;1953;p11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4" name="Google Shape;1954;p11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5" name="Google Shape;1955;p11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6" name="Google Shape;1956;p11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7" name="Google Shape;1957;p11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58" name="Google Shape;1958;p11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1959" name="Google Shape;1959;p11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0" name="Google Shape;1960;p11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1" name="Google Shape;1961;p11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2" name="Google Shape;1962;p11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3" name="Google Shape;1963;p11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4" name="Google Shape;1964;p11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5" name="Google Shape;1965;p11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6" name="Google Shape;1966;p11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7" name="Google Shape;1967;p11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8" name="Google Shape;1968;p11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9" name="Google Shape;1969;p11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0" name="Google Shape;1970;p11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1" name="Google Shape;1971;p11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2" name="Google Shape;1972;p11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973" name="Google Shape;1973;p11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1974" name="Google Shape;1974;p11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1975" name="Google Shape;1975;p11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6" name="Google Shape;1976;p11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7" name="Google Shape;1977;p11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8" name="Google Shape;1978;p11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9" name="Google Shape;1979;p11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0" name="Google Shape;1980;p11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1" name="Google Shape;1981;p11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2" name="Google Shape;1982;p11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3" name="Google Shape;1983;p11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4" name="Google Shape;1984;p11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5" name="Google Shape;1985;p11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6" name="Google Shape;1986;p11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7" name="Google Shape;1987;p11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8" name="Google Shape;1988;p11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89" name="Google Shape;1989;p11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1990" name="Google Shape;1990;p11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1" name="Google Shape;1991;p11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2" name="Google Shape;1992;p11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3" name="Google Shape;1993;p11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4" name="Google Shape;1994;p11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5" name="Google Shape;1995;p11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6" name="Google Shape;1996;p11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7" name="Google Shape;1997;p11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8" name="Google Shape;1998;p11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9" name="Google Shape;1999;p11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0" name="Google Shape;2000;p11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1" name="Google Shape;2001;p11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2" name="Google Shape;2002;p11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3" name="Google Shape;2003;p11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04" name="Google Shape;2004;p11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2005" name="Google Shape;2005;p11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2006" name="Google Shape;2006;p11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7" name="Google Shape;2007;p11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8" name="Google Shape;2008;p11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9" name="Google Shape;2009;p11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0" name="Google Shape;2010;p11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1" name="Google Shape;2011;p11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2" name="Google Shape;2012;p11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3" name="Google Shape;2013;p11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4" name="Google Shape;2014;p11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5" name="Google Shape;2015;p11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6" name="Google Shape;2016;p11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7" name="Google Shape;2017;p11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8" name="Google Shape;2018;p11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9" name="Google Shape;2019;p11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20" name="Google Shape;2020;p11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2021" name="Google Shape;2021;p11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2" name="Google Shape;2022;p11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3" name="Google Shape;2023;p11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4" name="Google Shape;2024;p11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5" name="Google Shape;2025;p11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6" name="Google Shape;2026;p11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7" name="Google Shape;2027;p11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8" name="Google Shape;2028;p11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9" name="Google Shape;2029;p11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0" name="Google Shape;2030;p11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1" name="Google Shape;2031;p11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2" name="Google Shape;2032;p11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3" name="Google Shape;2033;p11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4" name="Google Shape;2034;p11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35" name="Google Shape;2035;p11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2036" name="Google Shape;2036;p11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11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11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11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0" name="Google Shape;2040;p11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11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2" name="Google Shape;2042;p11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3" name="Google Shape;2043;p11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4" name="Google Shape;2044;p11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5" name="Google Shape;2045;p11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11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7" name="Google Shape;2047;p11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8" name="Google Shape;2048;p11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9" name="Google Shape;2049;p11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50" name="Google Shape;2050;p11"/>
          <p:cNvGrpSpPr/>
          <p:nvPr/>
        </p:nvGrpSpPr>
        <p:grpSpPr>
          <a:xfrm flipH="1">
            <a:off x="-451050" y="4873688"/>
            <a:ext cx="9932525" cy="101238"/>
            <a:chOff x="-871025" y="2187363"/>
            <a:chExt cx="9932525" cy="101238"/>
          </a:xfrm>
        </p:grpSpPr>
        <p:sp>
          <p:nvSpPr>
            <p:cNvPr id="2051" name="Google Shape;2051;p11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52" name="Google Shape;2052;p11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2053" name="Google Shape;2053;p11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4" name="Google Shape;2054;p11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5" name="Google Shape;2055;p11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6" name="Google Shape;2056;p11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7" name="Google Shape;2057;p11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11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11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0" name="Google Shape;2060;p11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1" name="Google Shape;2061;p11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2" name="Google Shape;2062;p11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3" name="Google Shape;2063;p11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64" name="Google Shape;2064;p11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2065" name="Google Shape;2065;p11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6" name="Google Shape;2066;p11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7" name="Google Shape;2067;p11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8" name="Google Shape;2068;p11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9" name="Google Shape;2069;p11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0" name="Google Shape;2070;p11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1" name="Google Shape;2071;p11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2" name="Google Shape;2072;p11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3" name="Google Shape;2073;p11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4" name="Google Shape;2074;p11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5" name="Google Shape;2075;p11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76" name="Google Shape;2076;p11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2077" name="Google Shape;2077;p11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11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11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11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11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11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11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11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11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11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11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8" name="Google Shape;2088;p11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2089" name="Google Shape;2089;p11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11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11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11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11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11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11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6" name="Google Shape;2096;p11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7" name="Google Shape;2097;p11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8" name="Google Shape;2098;p11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9" name="Google Shape;2099;p11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0" name="Google Shape;2100;p11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2101" name="Google Shape;2101;p11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2" name="Google Shape;2102;p11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3" name="Google Shape;2103;p11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4" name="Google Shape;2104;p11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5" name="Google Shape;2105;p11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6" name="Google Shape;2106;p11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7" name="Google Shape;2107;p11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8" name="Google Shape;2108;p11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9" name="Google Shape;2109;p11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0" name="Google Shape;2110;p11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1" name="Google Shape;2111;p11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2" name="Google Shape;2112;p11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2113" name="Google Shape;2113;p11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11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11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6" name="Google Shape;2116;p11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11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8" name="Google Shape;2118;p11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9" name="Google Shape;2119;p11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0" name="Google Shape;2120;p11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11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2" name="Google Shape;2122;p11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11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24" name="Google Shape;2124;p11"/>
          <p:cNvGrpSpPr/>
          <p:nvPr/>
        </p:nvGrpSpPr>
        <p:grpSpPr>
          <a:xfrm flipH="1">
            <a:off x="8520816" y="3020846"/>
            <a:ext cx="98100" cy="107593"/>
            <a:chOff x="298495" y="3020846"/>
            <a:chExt cx="98100" cy="107593"/>
          </a:xfrm>
        </p:grpSpPr>
        <p:sp>
          <p:nvSpPr>
            <p:cNvPr id="2125" name="Google Shape;2125;p11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11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7" name="Google Shape;2127;p11"/>
          <p:cNvGrpSpPr/>
          <p:nvPr/>
        </p:nvGrpSpPr>
        <p:grpSpPr>
          <a:xfrm flipH="1">
            <a:off x="8782710" y="1980682"/>
            <a:ext cx="134691" cy="140500"/>
            <a:chOff x="10" y="1980682"/>
            <a:chExt cx="134691" cy="140500"/>
          </a:xfrm>
        </p:grpSpPr>
        <p:sp>
          <p:nvSpPr>
            <p:cNvPr id="2128" name="Google Shape;2128;p11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11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0" name="Google Shape;2130;p11"/>
          <p:cNvGrpSpPr/>
          <p:nvPr/>
        </p:nvGrpSpPr>
        <p:grpSpPr>
          <a:xfrm flipH="1">
            <a:off x="602060" y="3700657"/>
            <a:ext cx="134691" cy="140500"/>
            <a:chOff x="8180660" y="3700657"/>
            <a:chExt cx="134691" cy="140500"/>
          </a:xfrm>
        </p:grpSpPr>
        <p:sp>
          <p:nvSpPr>
            <p:cNvPr id="2131" name="Google Shape;2131;p11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11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3" name="Google Shape;2133;p11"/>
          <p:cNvGrpSpPr/>
          <p:nvPr/>
        </p:nvGrpSpPr>
        <p:grpSpPr>
          <a:xfrm flipH="1">
            <a:off x="80760" y="3004407"/>
            <a:ext cx="134691" cy="140500"/>
            <a:chOff x="8782710" y="3004407"/>
            <a:chExt cx="134691" cy="140500"/>
          </a:xfrm>
        </p:grpSpPr>
        <p:sp>
          <p:nvSpPr>
            <p:cNvPr id="2134" name="Google Shape;2134;p11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11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6" name="Google Shape;2136;p11"/>
          <p:cNvGrpSpPr/>
          <p:nvPr/>
        </p:nvGrpSpPr>
        <p:grpSpPr>
          <a:xfrm flipH="1">
            <a:off x="8862492" y="4542259"/>
            <a:ext cx="139069" cy="132484"/>
            <a:chOff x="7193976" y="1915322"/>
            <a:chExt cx="139069" cy="132484"/>
          </a:xfrm>
        </p:grpSpPr>
        <p:sp>
          <p:nvSpPr>
            <p:cNvPr id="2137" name="Google Shape;2137;p11"/>
            <p:cNvSpPr/>
            <p:nvPr/>
          </p:nvSpPr>
          <p:spPr>
            <a:xfrm rot="1036744">
              <a:off x="7206779" y="19298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11"/>
            <p:cNvSpPr/>
            <p:nvPr/>
          </p:nvSpPr>
          <p:spPr>
            <a:xfrm>
              <a:off x="7247480" y="1965520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68" y="2335"/>
                    <a:pt x="1" y="1768"/>
                    <a:pt x="1" y="1168"/>
                  </a:cubicBezTo>
                  <a:cubicBezTo>
                    <a:pt x="1" y="534"/>
                    <a:pt x="568" y="0"/>
                    <a:pt x="1168" y="0"/>
                  </a:cubicBezTo>
                  <a:cubicBezTo>
                    <a:pt x="1835" y="0"/>
                    <a:pt x="2336" y="467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9" name="Google Shape;2139;p11"/>
          <p:cNvGrpSpPr/>
          <p:nvPr/>
        </p:nvGrpSpPr>
        <p:grpSpPr>
          <a:xfrm flipH="1">
            <a:off x="7720942" y="683297"/>
            <a:ext cx="139069" cy="132484"/>
            <a:chOff x="6787926" y="360297"/>
            <a:chExt cx="139069" cy="132484"/>
          </a:xfrm>
        </p:grpSpPr>
        <p:sp>
          <p:nvSpPr>
            <p:cNvPr id="2140" name="Google Shape;2140;p11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11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2" name="Google Shape;2142;p11"/>
          <p:cNvGrpSpPr/>
          <p:nvPr/>
        </p:nvGrpSpPr>
        <p:grpSpPr>
          <a:xfrm flipH="1">
            <a:off x="5680760" y="464757"/>
            <a:ext cx="134691" cy="140500"/>
            <a:chOff x="3516385" y="421707"/>
            <a:chExt cx="134691" cy="140500"/>
          </a:xfrm>
        </p:grpSpPr>
        <p:sp>
          <p:nvSpPr>
            <p:cNvPr id="2143" name="Google Shape;2143;p11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11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5" name="Google Shape;2145;p11"/>
          <p:cNvGrpSpPr/>
          <p:nvPr/>
        </p:nvGrpSpPr>
        <p:grpSpPr>
          <a:xfrm flipH="1">
            <a:off x="666041" y="750558"/>
            <a:ext cx="98100" cy="107593"/>
            <a:chOff x="7449370" y="2691508"/>
            <a:chExt cx="98100" cy="107593"/>
          </a:xfrm>
        </p:grpSpPr>
        <p:sp>
          <p:nvSpPr>
            <p:cNvPr id="2146" name="Google Shape;2146;p11"/>
            <p:cNvSpPr/>
            <p:nvPr/>
          </p:nvSpPr>
          <p:spPr>
            <a:xfrm rot="5400000">
              <a:off x="7444624" y="26962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11"/>
            <p:cNvSpPr/>
            <p:nvPr/>
          </p:nvSpPr>
          <p:spPr>
            <a:xfrm>
              <a:off x="7449379" y="27292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8" name="Google Shape;2148;p11"/>
          <p:cNvGrpSpPr/>
          <p:nvPr/>
        </p:nvGrpSpPr>
        <p:grpSpPr>
          <a:xfrm flipH="1">
            <a:off x="1174698" y="4524632"/>
            <a:ext cx="134691" cy="140500"/>
            <a:chOff x="7608023" y="4524632"/>
            <a:chExt cx="134691" cy="140500"/>
          </a:xfrm>
        </p:grpSpPr>
        <p:sp>
          <p:nvSpPr>
            <p:cNvPr id="2149" name="Google Shape;2149;p11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11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1" name="Google Shape;2151;p11"/>
          <p:cNvGrpSpPr/>
          <p:nvPr/>
        </p:nvGrpSpPr>
        <p:grpSpPr>
          <a:xfrm flipH="1">
            <a:off x="2098635" y="383932"/>
            <a:ext cx="134691" cy="140500"/>
            <a:chOff x="10" y="1980682"/>
            <a:chExt cx="134691" cy="140500"/>
          </a:xfrm>
        </p:grpSpPr>
        <p:sp>
          <p:nvSpPr>
            <p:cNvPr id="2152" name="Google Shape;2152;p11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11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6" name="Google Shape;2156;p13"/>
          <p:cNvGrpSpPr/>
          <p:nvPr/>
        </p:nvGrpSpPr>
        <p:grpSpPr>
          <a:xfrm>
            <a:off x="-214125" y="180438"/>
            <a:ext cx="9932525" cy="101238"/>
            <a:chOff x="-871025" y="2187363"/>
            <a:chExt cx="9932525" cy="101238"/>
          </a:xfrm>
        </p:grpSpPr>
        <p:sp>
          <p:nvSpPr>
            <p:cNvPr id="2157" name="Google Shape;2157;p13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58" name="Google Shape;2158;p13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2159" name="Google Shape;2159;p13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0" name="Google Shape;2160;p13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1" name="Google Shape;2161;p13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2" name="Google Shape;2162;p13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3" name="Google Shape;2163;p13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4" name="Google Shape;2164;p13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5" name="Google Shape;2165;p13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6" name="Google Shape;2166;p13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7" name="Google Shape;2167;p13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8" name="Google Shape;2168;p13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13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70" name="Google Shape;2170;p13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2171" name="Google Shape;2171;p13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2" name="Google Shape;2172;p13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3" name="Google Shape;2173;p13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4" name="Google Shape;2174;p13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13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13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13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13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13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13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13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2" name="Google Shape;2182;p13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2183" name="Google Shape;2183;p13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4" name="Google Shape;2184;p13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5" name="Google Shape;2185;p13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13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13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13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13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13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13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13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13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4" name="Google Shape;2194;p13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2195" name="Google Shape;2195;p13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6" name="Google Shape;2196;p13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13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13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9" name="Google Shape;2199;p13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0" name="Google Shape;2200;p13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13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2" name="Google Shape;2202;p13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13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13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13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6" name="Google Shape;2206;p13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2207" name="Google Shape;2207;p13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8" name="Google Shape;2208;p13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13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0" name="Google Shape;2210;p13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1" name="Google Shape;2211;p13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2" name="Google Shape;2212;p13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3" name="Google Shape;2213;p13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4" name="Google Shape;2214;p13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5" name="Google Shape;2215;p13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6" name="Google Shape;2216;p13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7" name="Google Shape;2217;p13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18" name="Google Shape;2218;p13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2219" name="Google Shape;2219;p13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0" name="Google Shape;2220;p13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1" name="Google Shape;2221;p13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13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3" name="Google Shape;2223;p13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13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13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6" name="Google Shape;2226;p13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13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8" name="Google Shape;2228;p13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9" name="Google Shape;2229;p13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30" name="Google Shape;2230;p13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2231" name="Google Shape;2231;p13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2232" name="Google Shape;2232;p13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13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13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5" name="Google Shape;2235;p13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6" name="Google Shape;2236;p13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13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8" name="Google Shape;2238;p13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2239" name="Google Shape;2239;p13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13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13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13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13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13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5" name="Google Shape;2245;p13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6" name="Google Shape;2246;p13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2247" name="Google Shape;2247;p13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8" name="Google Shape;2248;p13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9" name="Google Shape;2249;p13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0" name="Google Shape;2250;p13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1" name="Google Shape;2251;p13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2" name="Google Shape;2252;p13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53" name="Google Shape;2253;p13"/>
          <p:cNvGrpSpPr/>
          <p:nvPr/>
        </p:nvGrpSpPr>
        <p:grpSpPr>
          <a:xfrm>
            <a:off x="-180500" y="4891713"/>
            <a:ext cx="9504988" cy="86625"/>
            <a:chOff x="-180675" y="4763425"/>
            <a:chExt cx="9504988" cy="86625"/>
          </a:xfrm>
        </p:grpSpPr>
        <p:sp>
          <p:nvSpPr>
            <p:cNvPr id="2254" name="Google Shape;2254;p13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55" name="Google Shape;2255;p13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2256" name="Google Shape;2256;p13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7" name="Google Shape;2257;p13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8" name="Google Shape;2258;p13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9" name="Google Shape;2259;p13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0" name="Google Shape;2260;p13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1" name="Google Shape;2261;p13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2" name="Google Shape;2262;p13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3" name="Google Shape;2263;p13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4" name="Google Shape;2264;p13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5" name="Google Shape;2265;p13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6" name="Google Shape;2266;p13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7" name="Google Shape;2267;p13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8" name="Google Shape;2268;p13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9" name="Google Shape;2269;p13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70" name="Google Shape;2270;p13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2271" name="Google Shape;2271;p13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2" name="Google Shape;2272;p13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13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13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13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13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13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13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9" name="Google Shape;2279;p13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0" name="Google Shape;2280;p13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1" name="Google Shape;2281;p13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2" name="Google Shape;2282;p13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3" name="Google Shape;2283;p13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4" name="Google Shape;2284;p13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5" name="Google Shape;2285;p13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2286" name="Google Shape;2286;p13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7" name="Google Shape;2287;p13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8" name="Google Shape;2288;p13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9" name="Google Shape;2289;p13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0" name="Google Shape;2290;p13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1" name="Google Shape;2291;p13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2" name="Google Shape;2292;p13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3" name="Google Shape;2293;p13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4" name="Google Shape;2294;p13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5" name="Google Shape;2295;p13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6" name="Google Shape;2296;p13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7" name="Google Shape;2297;p13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8" name="Google Shape;2298;p13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9" name="Google Shape;2299;p13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0" name="Google Shape;2300;p13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2301" name="Google Shape;2301;p13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2" name="Google Shape;2302;p13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3" name="Google Shape;2303;p13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4" name="Google Shape;2304;p13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5" name="Google Shape;2305;p13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6" name="Google Shape;2306;p13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7" name="Google Shape;2307;p13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8" name="Google Shape;2308;p13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9" name="Google Shape;2309;p13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0" name="Google Shape;2310;p13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1" name="Google Shape;2311;p13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2" name="Google Shape;2312;p13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13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4" name="Google Shape;2314;p13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15" name="Google Shape;2315;p13"/>
          <p:cNvGrpSpPr/>
          <p:nvPr/>
        </p:nvGrpSpPr>
        <p:grpSpPr>
          <a:xfrm>
            <a:off x="8688910" y="565232"/>
            <a:ext cx="134691" cy="140500"/>
            <a:chOff x="5391935" y="668507"/>
            <a:chExt cx="134691" cy="140500"/>
          </a:xfrm>
        </p:grpSpPr>
        <p:sp>
          <p:nvSpPr>
            <p:cNvPr id="2316" name="Google Shape;2316;p13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13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8" name="Google Shape;2318;p13"/>
          <p:cNvGrpSpPr/>
          <p:nvPr/>
        </p:nvGrpSpPr>
        <p:grpSpPr>
          <a:xfrm>
            <a:off x="388460" y="926532"/>
            <a:ext cx="134691" cy="140500"/>
            <a:chOff x="1356060" y="1786132"/>
            <a:chExt cx="134691" cy="140500"/>
          </a:xfrm>
        </p:grpSpPr>
        <p:sp>
          <p:nvSpPr>
            <p:cNvPr id="2319" name="Google Shape;2319;p13"/>
            <p:cNvSpPr/>
            <p:nvPr/>
          </p:nvSpPr>
          <p:spPr>
            <a:xfrm rot="6625235">
              <a:off x="1367442" y="18053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13"/>
            <p:cNvSpPr/>
            <p:nvPr/>
          </p:nvSpPr>
          <p:spPr>
            <a:xfrm>
              <a:off x="1407356" y="1840334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835"/>
                    <a:pt x="1802" y="2336"/>
                    <a:pt x="1168" y="2336"/>
                  </a:cubicBezTo>
                  <a:cubicBezTo>
                    <a:pt x="501" y="2336"/>
                    <a:pt x="1" y="1835"/>
                    <a:pt x="1" y="1168"/>
                  </a:cubicBezTo>
                  <a:cubicBezTo>
                    <a:pt x="1" y="534"/>
                    <a:pt x="501" y="1"/>
                    <a:pt x="1168" y="1"/>
                  </a:cubicBezTo>
                  <a:cubicBezTo>
                    <a:pt x="1802" y="1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1" name="Google Shape;2321;p13"/>
          <p:cNvGrpSpPr/>
          <p:nvPr/>
        </p:nvGrpSpPr>
        <p:grpSpPr>
          <a:xfrm>
            <a:off x="1182445" y="4681583"/>
            <a:ext cx="98100" cy="107593"/>
            <a:chOff x="151270" y="809008"/>
            <a:chExt cx="98100" cy="107593"/>
          </a:xfrm>
        </p:grpSpPr>
        <p:sp>
          <p:nvSpPr>
            <p:cNvPr id="2322" name="Google Shape;2322;p13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13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4" name="Google Shape;2324;p13"/>
          <p:cNvGrpSpPr/>
          <p:nvPr/>
        </p:nvGrpSpPr>
        <p:grpSpPr>
          <a:xfrm>
            <a:off x="388445" y="2433846"/>
            <a:ext cx="98100" cy="107593"/>
            <a:chOff x="298495" y="3020846"/>
            <a:chExt cx="98100" cy="107593"/>
          </a:xfrm>
        </p:grpSpPr>
        <p:sp>
          <p:nvSpPr>
            <p:cNvPr id="2325" name="Google Shape;2325;p13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13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7" name="Google Shape;2327;p13"/>
          <p:cNvGrpSpPr/>
          <p:nvPr/>
        </p:nvGrpSpPr>
        <p:grpSpPr>
          <a:xfrm>
            <a:off x="2508663" y="360297"/>
            <a:ext cx="139069" cy="132484"/>
            <a:chOff x="925663" y="2413659"/>
            <a:chExt cx="139069" cy="132484"/>
          </a:xfrm>
        </p:grpSpPr>
        <p:sp>
          <p:nvSpPr>
            <p:cNvPr id="2328" name="Google Shape;2328;p13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13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0" name="Google Shape;2330;p13"/>
          <p:cNvGrpSpPr/>
          <p:nvPr/>
        </p:nvGrpSpPr>
        <p:grpSpPr>
          <a:xfrm>
            <a:off x="8688910" y="1935082"/>
            <a:ext cx="134691" cy="140500"/>
            <a:chOff x="8180660" y="3700657"/>
            <a:chExt cx="134691" cy="140500"/>
          </a:xfrm>
        </p:grpSpPr>
        <p:sp>
          <p:nvSpPr>
            <p:cNvPr id="2331" name="Google Shape;2331;p13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13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3" name="Google Shape;2333;p13"/>
          <p:cNvGrpSpPr/>
          <p:nvPr/>
        </p:nvGrpSpPr>
        <p:grpSpPr>
          <a:xfrm>
            <a:off x="8782710" y="3004407"/>
            <a:ext cx="134691" cy="140500"/>
            <a:chOff x="8782710" y="3004407"/>
            <a:chExt cx="134691" cy="140500"/>
          </a:xfrm>
        </p:grpSpPr>
        <p:sp>
          <p:nvSpPr>
            <p:cNvPr id="2334" name="Google Shape;2334;p13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13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6" name="Google Shape;2336;p13"/>
          <p:cNvGrpSpPr/>
          <p:nvPr/>
        </p:nvGrpSpPr>
        <p:grpSpPr>
          <a:xfrm>
            <a:off x="249376" y="3354047"/>
            <a:ext cx="139069" cy="132484"/>
            <a:chOff x="7193976" y="1915322"/>
            <a:chExt cx="139069" cy="132484"/>
          </a:xfrm>
        </p:grpSpPr>
        <p:sp>
          <p:nvSpPr>
            <p:cNvPr id="2337" name="Google Shape;2337;p13"/>
            <p:cNvSpPr/>
            <p:nvPr/>
          </p:nvSpPr>
          <p:spPr>
            <a:xfrm rot="1036744">
              <a:off x="7206779" y="19298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13"/>
            <p:cNvSpPr/>
            <p:nvPr/>
          </p:nvSpPr>
          <p:spPr>
            <a:xfrm>
              <a:off x="7247480" y="1965520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68" y="2335"/>
                    <a:pt x="1" y="1768"/>
                    <a:pt x="1" y="1168"/>
                  </a:cubicBezTo>
                  <a:cubicBezTo>
                    <a:pt x="1" y="534"/>
                    <a:pt x="568" y="0"/>
                    <a:pt x="1168" y="0"/>
                  </a:cubicBezTo>
                  <a:cubicBezTo>
                    <a:pt x="1835" y="0"/>
                    <a:pt x="2336" y="467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9" name="Google Shape;2339;p13"/>
          <p:cNvGrpSpPr/>
          <p:nvPr/>
        </p:nvGrpSpPr>
        <p:grpSpPr>
          <a:xfrm>
            <a:off x="6787926" y="360297"/>
            <a:ext cx="139069" cy="132484"/>
            <a:chOff x="6787926" y="360297"/>
            <a:chExt cx="139069" cy="132484"/>
          </a:xfrm>
        </p:grpSpPr>
        <p:sp>
          <p:nvSpPr>
            <p:cNvPr id="2340" name="Google Shape;2340;p13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13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2" name="Google Shape;2342;p13"/>
          <p:cNvGrpSpPr/>
          <p:nvPr/>
        </p:nvGrpSpPr>
        <p:grpSpPr>
          <a:xfrm>
            <a:off x="8850070" y="4554708"/>
            <a:ext cx="98100" cy="107593"/>
            <a:chOff x="7449370" y="2691508"/>
            <a:chExt cx="98100" cy="107593"/>
          </a:xfrm>
        </p:grpSpPr>
        <p:sp>
          <p:nvSpPr>
            <p:cNvPr id="2343" name="Google Shape;2343;p13"/>
            <p:cNvSpPr/>
            <p:nvPr/>
          </p:nvSpPr>
          <p:spPr>
            <a:xfrm rot="5400000">
              <a:off x="7444624" y="26962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13"/>
            <p:cNvSpPr/>
            <p:nvPr/>
          </p:nvSpPr>
          <p:spPr>
            <a:xfrm>
              <a:off x="7449379" y="27292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5" name="Google Shape;2345;p13"/>
          <p:cNvGrpSpPr/>
          <p:nvPr/>
        </p:nvGrpSpPr>
        <p:grpSpPr>
          <a:xfrm>
            <a:off x="5904873" y="4692582"/>
            <a:ext cx="134691" cy="140500"/>
            <a:chOff x="7608023" y="4524632"/>
            <a:chExt cx="134691" cy="140500"/>
          </a:xfrm>
        </p:grpSpPr>
        <p:sp>
          <p:nvSpPr>
            <p:cNvPr id="2346" name="Google Shape;2346;p13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13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8" name="Google Shape;2348;p13"/>
          <p:cNvSpPr txBox="1"/>
          <p:nvPr>
            <p:ph idx="1" type="subTitle"/>
          </p:nvPr>
        </p:nvSpPr>
        <p:spPr>
          <a:xfrm>
            <a:off x="6100925" y="663701"/>
            <a:ext cx="2328600" cy="670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9" name="Google Shape;2349;p13"/>
          <p:cNvSpPr txBox="1"/>
          <p:nvPr>
            <p:ph idx="2" type="subTitle"/>
          </p:nvPr>
        </p:nvSpPr>
        <p:spPr>
          <a:xfrm>
            <a:off x="6100925" y="2765251"/>
            <a:ext cx="2328600" cy="671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0" name="Google Shape;2350;p13"/>
          <p:cNvSpPr txBox="1"/>
          <p:nvPr>
            <p:ph type="ctrTitle"/>
          </p:nvPr>
        </p:nvSpPr>
        <p:spPr>
          <a:xfrm>
            <a:off x="4136088" y="910751"/>
            <a:ext cx="18651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1" name="Google Shape;2351;p13"/>
          <p:cNvSpPr txBox="1"/>
          <p:nvPr>
            <p:ph idx="3" type="ctrTitle"/>
          </p:nvPr>
        </p:nvSpPr>
        <p:spPr>
          <a:xfrm>
            <a:off x="4136100" y="3012601"/>
            <a:ext cx="18651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2" name="Google Shape;2352;p13"/>
          <p:cNvSpPr txBox="1"/>
          <p:nvPr>
            <p:ph idx="4" type="subTitle"/>
          </p:nvPr>
        </p:nvSpPr>
        <p:spPr>
          <a:xfrm>
            <a:off x="6100925" y="1714726"/>
            <a:ext cx="2328600" cy="67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3" name="Google Shape;2353;p13"/>
          <p:cNvSpPr txBox="1"/>
          <p:nvPr>
            <p:ph idx="5" type="ctrTitle"/>
          </p:nvPr>
        </p:nvSpPr>
        <p:spPr>
          <a:xfrm>
            <a:off x="4150225" y="1961926"/>
            <a:ext cx="18651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4" name="Google Shape;2354;p13"/>
          <p:cNvSpPr txBox="1"/>
          <p:nvPr>
            <p:ph idx="6" type="subTitle"/>
          </p:nvPr>
        </p:nvSpPr>
        <p:spPr>
          <a:xfrm>
            <a:off x="6100925" y="3815925"/>
            <a:ext cx="2328600" cy="671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5" name="Google Shape;2355;p13"/>
          <p:cNvSpPr txBox="1"/>
          <p:nvPr>
            <p:ph idx="7" type="ctrTitle"/>
          </p:nvPr>
        </p:nvSpPr>
        <p:spPr>
          <a:xfrm>
            <a:off x="4136100" y="4063275"/>
            <a:ext cx="18651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6" name="Google Shape;2356;p13"/>
          <p:cNvSpPr txBox="1"/>
          <p:nvPr>
            <p:ph hasCustomPrompt="1" idx="8" type="title"/>
          </p:nvPr>
        </p:nvSpPr>
        <p:spPr>
          <a:xfrm>
            <a:off x="3295800" y="910751"/>
            <a:ext cx="916500" cy="1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7" name="Google Shape;2357;p13"/>
          <p:cNvSpPr txBox="1"/>
          <p:nvPr>
            <p:ph hasCustomPrompt="1" idx="9" type="title"/>
          </p:nvPr>
        </p:nvSpPr>
        <p:spPr>
          <a:xfrm>
            <a:off x="3295800" y="1961926"/>
            <a:ext cx="916500" cy="1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8" name="Google Shape;2358;p13"/>
          <p:cNvSpPr txBox="1"/>
          <p:nvPr>
            <p:ph hasCustomPrompt="1" idx="13" type="title"/>
          </p:nvPr>
        </p:nvSpPr>
        <p:spPr>
          <a:xfrm>
            <a:off x="3295800" y="3012601"/>
            <a:ext cx="916500" cy="1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9" name="Google Shape;2359;p13"/>
          <p:cNvSpPr txBox="1"/>
          <p:nvPr>
            <p:ph hasCustomPrompt="1" idx="14" type="title"/>
          </p:nvPr>
        </p:nvSpPr>
        <p:spPr>
          <a:xfrm>
            <a:off x="3295800" y="4063275"/>
            <a:ext cx="916500" cy="1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60" name="Google Shape;2360;p13"/>
          <p:cNvSpPr txBox="1"/>
          <p:nvPr>
            <p:ph idx="15" type="title"/>
          </p:nvPr>
        </p:nvSpPr>
        <p:spPr>
          <a:xfrm>
            <a:off x="714375" y="1995600"/>
            <a:ext cx="2505300" cy="115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2" name="Google Shape;2362;p14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2363" name="Google Shape;2363;p14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2364" name="Google Shape;2364;p14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14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6" name="Google Shape;2366;p14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7" name="Google Shape;2367;p14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8" name="Google Shape;2368;p14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9" name="Google Shape;2369;p14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70" name="Google Shape;2370;p14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2371" name="Google Shape;2371;p14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2" name="Google Shape;2372;p14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3" name="Google Shape;2373;p14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4" name="Google Shape;2374;p14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5" name="Google Shape;2375;p14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6" name="Google Shape;2376;p14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7" name="Google Shape;2377;p14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78" name="Google Shape;2378;p14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2379" name="Google Shape;2379;p14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0" name="Google Shape;2380;p14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1" name="Google Shape;2381;p14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2" name="Google Shape;2382;p14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14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14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85" name="Google Shape;2385;p14"/>
          <p:cNvSpPr txBox="1"/>
          <p:nvPr>
            <p:ph idx="1" type="subTitle"/>
          </p:nvPr>
        </p:nvSpPr>
        <p:spPr>
          <a:xfrm>
            <a:off x="1828650" y="1327563"/>
            <a:ext cx="54867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6" name="Google Shape;2386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387" name="Google Shape;2387;p14"/>
          <p:cNvGrpSpPr/>
          <p:nvPr/>
        </p:nvGrpSpPr>
        <p:grpSpPr>
          <a:xfrm>
            <a:off x="-306400" y="4873700"/>
            <a:ext cx="10718550" cy="117400"/>
            <a:chOff x="-295125" y="5026100"/>
            <a:chExt cx="10718550" cy="117400"/>
          </a:xfrm>
        </p:grpSpPr>
        <p:sp>
          <p:nvSpPr>
            <p:cNvPr id="2388" name="Google Shape;2388;p14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89" name="Google Shape;2389;p14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2390" name="Google Shape;2390;p14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2391" name="Google Shape;2391;p14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2" name="Google Shape;2392;p14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3" name="Google Shape;2393;p14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4" name="Google Shape;2394;p14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5" name="Google Shape;2395;p14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6" name="Google Shape;2396;p14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7" name="Google Shape;2397;p14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8" name="Google Shape;2398;p14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9" name="Google Shape;2399;p14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0" name="Google Shape;2400;p14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1" name="Google Shape;2401;p14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2" name="Google Shape;2402;p14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3" name="Google Shape;2403;p14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4" name="Google Shape;2404;p14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05" name="Google Shape;2405;p14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2406" name="Google Shape;2406;p14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7" name="Google Shape;2407;p14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8" name="Google Shape;2408;p14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9" name="Google Shape;2409;p14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0" name="Google Shape;2410;p14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1" name="Google Shape;2411;p14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2" name="Google Shape;2412;p14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3" name="Google Shape;2413;p14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4" name="Google Shape;2414;p14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5" name="Google Shape;2415;p14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6" name="Google Shape;2416;p14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7" name="Google Shape;2417;p14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8" name="Google Shape;2418;p14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9" name="Google Shape;2419;p14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420" name="Google Shape;2420;p14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2421" name="Google Shape;2421;p14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2422" name="Google Shape;2422;p14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3" name="Google Shape;2423;p14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4" name="Google Shape;2424;p14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5" name="Google Shape;2425;p14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6" name="Google Shape;2426;p14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7" name="Google Shape;2427;p14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8" name="Google Shape;2428;p14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9" name="Google Shape;2429;p14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0" name="Google Shape;2430;p14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1" name="Google Shape;2431;p14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2" name="Google Shape;2432;p14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3" name="Google Shape;2433;p14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4" name="Google Shape;2434;p14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5" name="Google Shape;2435;p14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36" name="Google Shape;2436;p14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2437" name="Google Shape;2437;p14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8" name="Google Shape;2438;p14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9" name="Google Shape;2439;p14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0" name="Google Shape;2440;p14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1" name="Google Shape;2441;p14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2" name="Google Shape;2442;p14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3" name="Google Shape;2443;p14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4" name="Google Shape;2444;p14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5" name="Google Shape;2445;p14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6" name="Google Shape;2446;p14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7" name="Google Shape;2447;p14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8" name="Google Shape;2448;p14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9" name="Google Shape;2449;p14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0" name="Google Shape;2450;p14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451" name="Google Shape;2451;p14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2452" name="Google Shape;2452;p14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2453" name="Google Shape;2453;p14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4" name="Google Shape;2454;p14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5" name="Google Shape;2455;p14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6" name="Google Shape;2456;p14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7" name="Google Shape;2457;p14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8" name="Google Shape;2458;p14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9" name="Google Shape;2459;p14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0" name="Google Shape;2460;p14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1" name="Google Shape;2461;p14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2" name="Google Shape;2462;p14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3" name="Google Shape;2463;p14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4" name="Google Shape;2464;p14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5" name="Google Shape;2465;p14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6" name="Google Shape;2466;p14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467" name="Google Shape;2467;p14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2468" name="Google Shape;2468;p14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9" name="Google Shape;2469;p14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0" name="Google Shape;2470;p14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1" name="Google Shape;2471;p14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2" name="Google Shape;2472;p14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3" name="Google Shape;2473;p14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4" name="Google Shape;2474;p14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5" name="Google Shape;2475;p14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6" name="Google Shape;2476;p14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7" name="Google Shape;2477;p14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8" name="Google Shape;2478;p14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9" name="Google Shape;2479;p14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0" name="Google Shape;2480;p14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1" name="Google Shape;2481;p14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482" name="Google Shape;2482;p14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2483" name="Google Shape;2483;p14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4" name="Google Shape;2484;p14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5" name="Google Shape;2485;p14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6" name="Google Shape;2486;p14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7" name="Google Shape;2487;p14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8" name="Google Shape;2488;p14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9" name="Google Shape;2489;p14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0" name="Google Shape;2490;p14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1" name="Google Shape;2491;p14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2" name="Google Shape;2492;p14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3" name="Google Shape;2493;p14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4" name="Google Shape;2494;p14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5" name="Google Shape;2495;p14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6" name="Google Shape;2496;p14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97" name="Google Shape;2497;p14"/>
          <p:cNvGrpSpPr/>
          <p:nvPr/>
        </p:nvGrpSpPr>
        <p:grpSpPr>
          <a:xfrm>
            <a:off x="-152450" y="178825"/>
            <a:ext cx="9504988" cy="86625"/>
            <a:chOff x="-180675" y="4763425"/>
            <a:chExt cx="9504988" cy="86625"/>
          </a:xfrm>
        </p:grpSpPr>
        <p:sp>
          <p:nvSpPr>
            <p:cNvPr id="2498" name="Google Shape;2498;p14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99" name="Google Shape;2499;p14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2500" name="Google Shape;2500;p14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1" name="Google Shape;2501;p14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2" name="Google Shape;2502;p14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3" name="Google Shape;2503;p14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4" name="Google Shape;2504;p14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14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14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7" name="Google Shape;2507;p14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8" name="Google Shape;2508;p14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14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0" name="Google Shape;2510;p14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1" name="Google Shape;2511;p14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2" name="Google Shape;2512;p14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3" name="Google Shape;2513;p14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4" name="Google Shape;2514;p14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2515" name="Google Shape;2515;p14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14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7" name="Google Shape;2517;p14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8" name="Google Shape;2518;p14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14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14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14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14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14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4" name="Google Shape;2524;p14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5" name="Google Shape;2525;p14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6" name="Google Shape;2526;p14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7" name="Google Shape;2527;p14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8" name="Google Shape;2528;p14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29" name="Google Shape;2529;p14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2530" name="Google Shape;2530;p14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1" name="Google Shape;2531;p14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2" name="Google Shape;2532;p14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3" name="Google Shape;2533;p14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4" name="Google Shape;2534;p14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5" name="Google Shape;2535;p14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6" name="Google Shape;2536;p14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7" name="Google Shape;2537;p14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8" name="Google Shape;2538;p14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9" name="Google Shape;2539;p14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0" name="Google Shape;2540;p14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1" name="Google Shape;2541;p14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2" name="Google Shape;2542;p14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3" name="Google Shape;2543;p14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4" name="Google Shape;2544;p14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2545" name="Google Shape;2545;p14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6" name="Google Shape;2546;p14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7" name="Google Shape;2547;p14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8" name="Google Shape;2548;p14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9" name="Google Shape;2549;p14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0" name="Google Shape;2550;p14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1" name="Google Shape;2551;p14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2" name="Google Shape;2552;p14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3" name="Google Shape;2553;p14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4" name="Google Shape;2554;p14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5" name="Google Shape;2555;p14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6" name="Google Shape;2556;p14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7" name="Google Shape;2557;p14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8" name="Google Shape;2558;p14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59" name="Google Shape;2559;p14"/>
          <p:cNvGrpSpPr/>
          <p:nvPr/>
        </p:nvGrpSpPr>
        <p:grpSpPr>
          <a:xfrm flipH="1">
            <a:off x="8520816" y="3020846"/>
            <a:ext cx="98100" cy="107593"/>
            <a:chOff x="298495" y="3020846"/>
            <a:chExt cx="98100" cy="107593"/>
          </a:xfrm>
        </p:grpSpPr>
        <p:sp>
          <p:nvSpPr>
            <p:cNvPr id="2560" name="Google Shape;2560;p14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14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2" name="Google Shape;2562;p14"/>
          <p:cNvGrpSpPr/>
          <p:nvPr/>
        </p:nvGrpSpPr>
        <p:grpSpPr>
          <a:xfrm flipH="1">
            <a:off x="8782710" y="1980682"/>
            <a:ext cx="134691" cy="140500"/>
            <a:chOff x="10" y="1980682"/>
            <a:chExt cx="134691" cy="140500"/>
          </a:xfrm>
        </p:grpSpPr>
        <p:sp>
          <p:nvSpPr>
            <p:cNvPr id="2563" name="Google Shape;2563;p14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14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5" name="Google Shape;2565;p14"/>
          <p:cNvGrpSpPr/>
          <p:nvPr/>
        </p:nvGrpSpPr>
        <p:grpSpPr>
          <a:xfrm flipH="1">
            <a:off x="602060" y="3700657"/>
            <a:ext cx="134691" cy="140500"/>
            <a:chOff x="8180660" y="3700657"/>
            <a:chExt cx="134691" cy="140500"/>
          </a:xfrm>
        </p:grpSpPr>
        <p:sp>
          <p:nvSpPr>
            <p:cNvPr id="2566" name="Google Shape;2566;p14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14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8" name="Google Shape;2568;p14"/>
          <p:cNvGrpSpPr/>
          <p:nvPr/>
        </p:nvGrpSpPr>
        <p:grpSpPr>
          <a:xfrm flipH="1">
            <a:off x="111835" y="3004407"/>
            <a:ext cx="134691" cy="140500"/>
            <a:chOff x="8782710" y="3004407"/>
            <a:chExt cx="134691" cy="140500"/>
          </a:xfrm>
        </p:grpSpPr>
        <p:sp>
          <p:nvSpPr>
            <p:cNvPr id="2569" name="Google Shape;2569;p14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14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1" name="Google Shape;2571;p14"/>
          <p:cNvGrpSpPr/>
          <p:nvPr/>
        </p:nvGrpSpPr>
        <p:grpSpPr>
          <a:xfrm flipH="1">
            <a:off x="8862492" y="4542259"/>
            <a:ext cx="139069" cy="132484"/>
            <a:chOff x="7193976" y="1915322"/>
            <a:chExt cx="139069" cy="132484"/>
          </a:xfrm>
        </p:grpSpPr>
        <p:sp>
          <p:nvSpPr>
            <p:cNvPr id="2572" name="Google Shape;2572;p14"/>
            <p:cNvSpPr/>
            <p:nvPr/>
          </p:nvSpPr>
          <p:spPr>
            <a:xfrm rot="1036744">
              <a:off x="7206779" y="19298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14"/>
            <p:cNvSpPr/>
            <p:nvPr/>
          </p:nvSpPr>
          <p:spPr>
            <a:xfrm>
              <a:off x="7247480" y="1965520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68" y="2335"/>
                    <a:pt x="1" y="1768"/>
                    <a:pt x="1" y="1168"/>
                  </a:cubicBezTo>
                  <a:cubicBezTo>
                    <a:pt x="1" y="534"/>
                    <a:pt x="568" y="0"/>
                    <a:pt x="1168" y="0"/>
                  </a:cubicBezTo>
                  <a:cubicBezTo>
                    <a:pt x="1835" y="0"/>
                    <a:pt x="2336" y="467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4" name="Google Shape;2574;p14"/>
          <p:cNvGrpSpPr/>
          <p:nvPr/>
        </p:nvGrpSpPr>
        <p:grpSpPr>
          <a:xfrm flipH="1">
            <a:off x="1990417" y="360297"/>
            <a:ext cx="139069" cy="132484"/>
            <a:chOff x="6787926" y="360297"/>
            <a:chExt cx="139069" cy="132484"/>
          </a:xfrm>
        </p:grpSpPr>
        <p:sp>
          <p:nvSpPr>
            <p:cNvPr id="2575" name="Google Shape;2575;p14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14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7" name="Google Shape;2577;p14"/>
          <p:cNvGrpSpPr/>
          <p:nvPr/>
        </p:nvGrpSpPr>
        <p:grpSpPr>
          <a:xfrm flipH="1">
            <a:off x="5680760" y="464757"/>
            <a:ext cx="134691" cy="140500"/>
            <a:chOff x="3516385" y="421707"/>
            <a:chExt cx="134691" cy="140500"/>
          </a:xfrm>
        </p:grpSpPr>
        <p:sp>
          <p:nvSpPr>
            <p:cNvPr id="2578" name="Google Shape;2578;p14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14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0" name="Google Shape;2580;p14"/>
          <p:cNvGrpSpPr/>
          <p:nvPr/>
        </p:nvGrpSpPr>
        <p:grpSpPr>
          <a:xfrm flipH="1">
            <a:off x="666041" y="750558"/>
            <a:ext cx="98100" cy="107593"/>
            <a:chOff x="7449370" y="2691508"/>
            <a:chExt cx="98100" cy="107593"/>
          </a:xfrm>
        </p:grpSpPr>
        <p:sp>
          <p:nvSpPr>
            <p:cNvPr id="2581" name="Google Shape;2581;p14"/>
            <p:cNvSpPr/>
            <p:nvPr/>
          </p:nvSpPr>
          <p:spPr>
            <a:xfrm rot="5400000">
              <a:off x="7444624" y="26962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14"/>
            <p:cNvSpPr/>
            <p:nvPr/>
          </p:nvSpPr>
          <p:spPr>
            <a:xfrm>
              <a:off x="7449379" y="27292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3" name="Google Shape;2583;p14"/>
          <p:cNvGrpSpPr/>
          <p:nvPr/>
        </p:nvGrpSpPr>
        <p:grpSpPr>
          <a:xfrm flipH="1">
            <a:off x="1174698" y="4524632"/>
            <a:ext cx="134691" cy="140500"/>
            <a:chOff x="7608023" y="4524632"/>
            <a:chExt cx="134691" cy="140500"/>
          </a:xfrm>
        </p:grpSpPr>
        <p:sp>
          <p:nvSpPr>
            <p:cNvPr id="2584" name="Google Shape;2584;p14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14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7" name="Google Shape;2587;p15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2588" name="Google Shape;2588;p15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2589" name="Google Shape;2589;p15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0" name="Google Shape;2590;p15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1" name="Google Shape;2591;p15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2" name="Google Shape;2592;p15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3" name="Google Shape;2593;p15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4" name="Google Shape;2594;p15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5" name="Google Shape;2595;p15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2596" name="Google Shape;2596;p15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7" name="Google Shape;2597;p15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8" name="Google Shape;2598;p15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9" name="Google Shape;2599;p15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0" name="Google Shape;2600;p15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1" name="Google Shape;2601;p15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2" name="Google Shape;2602;p15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3" name="Google Shape;2603;p15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2604" name="Google Shape;2604;p15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5" name="Google Shape;2605;p15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6" name="Google Shape;2606;p15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7" name="Google Shape;2607;p15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8" name="Google Shape;2608;p15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9" name="Google Shape;2609;p15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10" name="Google Shape;2610;p15"/>
          <p:cNvGrpSpPr/>
          <p:nvPr/>
        </p:nvGrpSpPr>
        <p:grpSpPr>
          <a:xfrm>
            <a:off x="-306400" y="4873700"/>
            <a:ext cx="10718550" cy="117400"/>
            <a:chOff x="-295125" y="5026100"/>
            <a:chExt cx="10718550" cy="117400"/>
          </a:xfrm>
        </p:grpSpPr>
        <p:sp>
          <p:nvSpPr>
            <p:cNvPr id="2611" name="Google Shape;2611;p15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12" name="Google Shape;2612;p15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2613" name="Google Shape;2613;p15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2614" name="Google Shape;2614;p15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5" name="Google Shape;2615;p15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6" name="Google Shape;2616;p15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7" name="Google Shape;2617;p15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8" name="Google Shape;2618;p15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9" name="Google Shape;2619;p15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0" name="Google Shape;2620;p15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1" name="Google Shape;2621;p15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2" name="Google Shape;2622;p15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3" name="Google Shape;2623;p15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4" name="Google Shape;2624;p15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5" name="Google Shape;2625;p15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6" name="Google Shape;2626;p15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7" name="Google Shape;2627;p15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28" name="Google Shape;2628;p15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2629" name="Google Shape;2629;p15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0" name="Google Shape;2630;p15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1" name="Google Shape;2631;p15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2" name="Google Shape;2632;p15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3" name="Google Shape;2633;p15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4" name="Google Shape;2634;p15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5" name="Google Shape;2635;p15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6" name="Google Shape;2636;p15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7" name="Google Shape;2637;p15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8" name="Google Shape;2638;p15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9" name="Google Shape;2639;p15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0" name="Google Shape;2640;p15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1" name="Google Shape;2641;p15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2" name="Google Shape;2642;p15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643" name="Google Shape;2643;p15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2644" name="Google Shape;2644;p15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2645" name="Google Shape;2645;p15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6" name="Google Shape;2646;p15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7" name="Google Shape;2647;p15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8" name="Google Shape;2648;p15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9" name="Google Shape;2649;p15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0" name="Google Shape;2650;p15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1" name="Google Shape;2651;p15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2" name="Google Shape;2652;p15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3" name="Google Shape;2653;p15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4" name="Google Shape;2654;p15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5" name="Google Shape;2655;p15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6" name="Google Shape;2656;p15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7" name="Google Shape;2657;p15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8" name="Google Shape;2658;p15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59" name="Google Shape;2659;p15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2660" name="Google Shape;2660;p15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1" name="Google Shape;2661;p15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2" name="Google Shape;2662;p15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3" name="Google Shape;2663;p15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4" name="Google Shape;2664;p15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5" name="Google Shape;2665;p15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6" name="Google Shape;2666;p15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7" name="Google Shape;2667;p15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8" name="Google Shape;2668;p15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9" name="Google Shape;2669;p15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0" name="Google Shape;2670;p15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1" name="Google Shape;2671;p15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2" name="Google Shape;2672;p15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3" name="Google Shape;2673;p15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674" name="Google Shape;2674;p15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2675" name="Google Shape;2675;p15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2676" name="Google Shape;2676;p15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7" name="Google Shape;2677;p15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8" name="Google Shape;2678;p15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9" name="Google Shape;2679;p15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0" name="Google Shape;2680;p15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1" name="Google Shape;2681;p15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2" name="Google Shape;2682;p15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3" name="Google Shape;2683;p15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4" name="Google Shape;2684;p15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5" name="Google Shape;2685;p15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6" name="Google Shape;2686;p15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7" name="Google Shape;2687;p15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8" name="Google Shape;2688;p15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9" name="Google Shape;2689;p15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90" name="Google Shape;2690;p15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2691" name="Google Shape;2691;p15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2" name="Google Shape;2692;p15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3" name="Google Shape;2693;p15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4" name="Google Shape;2694;p15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5" name="Google Shape;2695;p15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6" name="Google Shape;2696;p15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7" name="Google Shape;2697;p15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8" name="Google Shape;2698;p15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9" name="Google Shape;2699;p15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0" name="Google Shape;2700;p15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1" name="Google Shape;2701;p15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2" name="Google Shape;2702;p15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3" name="Google Shape;2703;p15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4" name="Google Shape;2704;p15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705" name="Google Shape;2705;p15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2706" name="Google Shape;2706;p15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7" name="Google Shape;2707;p15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8" name="Google Shape;2708;p15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9" name="Google Shape;2709;p15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0" name="Google Shape;2710;p15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1" name="Google Shape;2711;p15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2" name="Google Shape;2712;p15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3" name="Google Shape;2713;p15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4" name="Google Shape;2714;p15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5" name="Google Shape;2715;p15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6" name="Google Shape;2716;p15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7" name="Google Shape;2717;p15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8" name="Google Shape;2718;p15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9" name="Google Shape;2719;p15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20" name="Google Shape;2720;p15"/>
          <p:cNvGrpSpPr/>
          <p:nvPr/>
        </p:nvGrpSpPr>
        <p:grpSpPr>
          <a:xfrm>
            <a:off x="-152450" y="178825"/>
            <a:ext cx="9504988" cy="86625"/>
            <a:chOff x="-180675" y="4763425"/>
            <a:chExt cx="9504988" cy="86625"/>
          </a:xfrm>
        </p:grpSpPr>
        <p:sp>
          <p:nvSpPr>
            <p:cNvPr id="2721" name="Google Shape;2721;p15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22" name="Google Shape;2722;p15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2723" name="Google Shape;2723;p15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4" name="Google Shape;2724;p15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5" name="Google Shape;2725;p15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6" name="Google Shape;2726;p15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7" name="Google Shape;2727;p15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15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9" name="Google Shape;2729;p15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0" name="Google Shape;2730;p15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1" name="Google Shape;2731;p15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2" name="Google Shape;2732;p15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15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15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5" name="Google Shape;2735;p15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15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37" name="Google Shape;2737;p15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2738" name="Google Shape;2738;p15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9" name="Google Shape;2739;p15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0" name="Google Shape;2740;p15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1" name="Google Shape;2741;p15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2" name="Google Shape;2742;p15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3" name="Google Shape;2743;p15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4" name="Google Shape;2744;p15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5" name="Google Shape;2745;p15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6" name="Google Shape;2746;p15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7" name="Google Shape;2747;p15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8" name="Google Shape;2748;p15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9" name="Google Shape;2749;p15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0" name="Google Shape;2750;p15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1" name="Google Shape;2751;p15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2" name="Google Shape;2752;p15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2753" name="Google Shape;2753;p15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4" name="Google Shape;2754;p15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5" name="Google Shape;2755;p15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6" name="Google Shape;2756;p15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7" name="Google Shape;2757;p15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8" name="Google Shape;2758;p15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9" name="Google Shape;2759;p15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0" name="Google Shape;2760;p15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1" name="Google Shape;2761;p15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2" name="Google Shape;2762;p15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3" name="Google Shape;2763;p15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4" name="Google Shape;2764;p15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5" name="Google Shape;2765;p15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6" name="Google Shape;2766;p15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7" name="Google Shape;2767;p15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2768" name="Google Shape;2768;p15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9" name="Google Shape;2769;p15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0" name="Google Shape;2770;p15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1" name="Google Shape;2771;p15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2" name="Google Shape;2772;p15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3" name="Google Shape;2773;p15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4" name="Google Shape;2774;p15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5" name="Google Shape;2775;p15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6" name="Google Shape;2776;p15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7" name="Google Shape;2777;p15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8" name="Google Shape;2778;p15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9" name="Google Shape;2779;p15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0" name="Google Shape;2780;p15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1" name="Google Shape;2781;p15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82" name="Google Shape;2782;p15"/>
          <p:cNvGrpSpPr/>
          <p:nvPr/>
        </p:nvGrpSpPr>
        <p:grpSpPr>
          <a:xfrm>
            <a:off x="8605785" y="535007"/>
            <a:ext cx="134691" cy="140500"/>
            <a:chOff x="1356060" y="1786132"/>
            <a:chExt cx="134691" cy="140500"/>
          </a:xfrm>
        </p:grpSpPr>
        <p:sp>
          <p:nvSpPr>
            <p:cNvPr id="2783" name="Google Shape;2783;p15"/>
            <p:cNvSpPr/>
            <p:nvPr/>
          </p:nvSpPr>
          <p:spPr>
            <a:xfrm rot="6625235">
              <a:off x="1367442" y="18053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15"/>
            <p:cNvSpPr/>
            <p:nvPr/>
          </p:nvSpPr>
          <p:spPr>
            <a:xfrm>
              <a:off x="1407383" y="1806515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802"/>
                    <a:pt x="1802" y="2335"/>
                    <a:pt x="1168" y="2335"/>
                  </a:cubicBezTo>
                  <a:cubicBezTo>
                    <a:pt x="534" y="2335"/>
                    <a:pt x="1" y="1802"/>
                    <a:pt x="1" y="1168"/>
                  </a:cubicBezTo>
                  <a:cubicBezTo>
                    <a:pt x="1" y="568"/>
                    <a:pt x="534" y="0"/>
                    <a:pt x="1168" y="0"/>
                  </a:cubicBezTo>
                  <a:cubicBezTo>
                    <a:pt x="1802" y="0"/>
                    <a:pt x="2336" y="568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85" name="Google Shape;2785;p15"/>
          <p:cNvGrpSpPr/>
          <p:nvPr/>
        </p:nvGrpSpPr>
        <p:grpSpPr>
          <a:xfrm>
            <a:off x="8879551" y="1302797"/>
            <a:ext cx="139069" cy="132484"/>
            <a:chOff x="1490751" y="2608547"/>
            <a:chExt cx="139069" cy="132484"/>
          </a:xfrm>
        </p:grpSpPr>
        <p:sp>
          <p:nvSpPr>
            <p:cNvPr id="2786" name="Google Shape;2786;p15"/>
            <p:cNvSpPr/>
            <p:nvPr/>
          </p:nvSpPr>
          <p:spPr>
            <a:xfrm rot="1036744">
              <a:off x="1503554" y="262306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15"/>
            <p:cNvSpPr/>
            <p:nvPr/>
          </p:nvSpPr>
          <p:spPr>
            <a:xfrm>
              <a:off x="1575619" y="2651971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835"/>
                    <a:pt x="1802" y="2336"/>
                    <a:pt x="1168" y="2336"/>
                  </a:cubicBezTo>
                  <a:cubicBezTo>
                    <a:pt x="501" y="2336"/>
                    <a:pt x="1" y="1835"/>
                    <a:pt x="1" y="1168"/>
                  </a:cubicBezTo>
                  <a:cubicBezTo>
                    <a:pt x="1" y="534"/>
                    <a:pt x="501" y="1"/>
                    <a:pt x="1168" y="1"/>
                  </a:cubicBezTo>
                  <a:cubicBezTo>
                    <a:pt x="1802" y="1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88" name="Google Shape;2788;p15"/>
          <p:cNvGrpSpPr/>
          <p:nvPr/>
        </p:nvGrpSpPr>
        <p:grpSpPr>
          <a:xfrm>
            <a:off x="151270" y="809008"/>
            <a:ext cx="98100" cy="107593"/>
            <a:chOff x="151270" y="809008"/>
            <a:chExt cx="98100" cy="107593"/>
          </a:xfrm>
        </p:grpSpPr>
        <p:sp>
          <p:nvSpPr>
            <p:cNvPr id="2789" name="Google Shape;2789;p15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15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91" name="Google Shape;2791;p15"/>
          <p:cNvGrpSpPr/>
          <p:nvPr/>
        </p:nvGrpSpPr>
        <p:grpSpPr>
          <a:xfrm>
            <a:off x="7824651" y="4673459"/>
            <a:ext cx="139069" cy="132484"/>
            <a:chOff x="2908251" y="4753922"/>
            <a:chExt cx="139069" cy="132484"/>
          </a:xfrm>
        </p:grpSpPr>
        <p:sp>
          <p:nvSpPr>
            <p:cNvPr id="2792" name="Google Shape;2792;p15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15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94" name="Google Shape;2794;p15"/>
          <p:cNvGrpSpPr/>
          <p:nvPr/>
        </p:nvGrpSpPr>
        <p:grpSpPr>
          <a:xfrm>
            <a:off x="298495" y="3020846"/>
            <a:ext cx="98100" cy="107593"/>
            <a:chOff x="298495" y="3020846"/>
            <a:chExt cx="98100" cy="107593"/>
          </a:xfrm>
        </p:grpSpPr>
        <p:sp>
          <p:nvSpPr>
            <p:cNvPr id="2795" name="Google Shape;2795;p15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15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97" name="Google Shape;2797;p15"/>
          <p:cNvGrpSpPr/>
          <p:nvPr/>
        </p:nvGrpSpPr>
        <p:grpSpPr>
          <a:xfrm>
            <a:off x="10" y="1980682"/>
            <a:ext cx="134691" cy="140500"/>
            <a:chOff x="10" y="1980682"/>
            <a:chExt cx="134691" cy="140500"/>
          </a:xfrm>
        </p:grpSpPr>
        <p:sp>
          <p:nvSpPr>
            <p:cNvPr id="2798" name="Google Shape;2798;p15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15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0" name="Google Shape;2800;p15"/>
          <p:cNvGrpSpPr/>
          <p:nvPr/>
        </p:nvGrpSpPr>
        <p:grpSpPr>
          <a:xfrm>
            <a:off x="5740210" y="394507"/>
            <a:ext cx="134691" cy="140500"/>
            <a:chOff x="8782710" y="3004407"/>
            <a:chExt cx="134691" cy="140500"/>
          </a:xfrm>
        </p:grpSpPr>
        <p:sp>
          <p:nvSpPr>
            <p:cNvPr id="2801" name="Google Shape;2801;p15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15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3" name="Google Shape;2803;p15"/>
          <p:cNvGrpSpPr/>
          <p:nvPr/>
        </p:nvGrpSpPr>
        <p:grpSpPr>
          <a:xfrm>
            <a:off x="8740476" y="2413659"/>
            <a:ext cx="139069" cy="132484"/>
            <a:chOff x="6787926" y="360297"/>
            <a:chExt cx="139069" cy="132484"/>
          </a:xfrm>
        </p:grpSpPr>
        <p:sp>
          <p:nvSpPr>
            <p:cNvPr id="2804" name="Google Shape;2804;p15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15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6" name="Google Shape;2806;p15"/>
          <p:cNvGrpSpPr/>
          <p:nvPr/>
        </p:nvGrpSpPr>
        <p:grpSpPr>
          <a:xfrm>
            <a:off x="8663973" y="3715882"/>
            <a:ext cx="134691" cy="140500"/>
            <a:chOff x="7608023" y="4524632"/>
            <a:chExt cx="134691" cy="140500"/>
          </a:xfrm>
        </p:grpSpPr>
        <p:sp>
          <p:nvSpPr>
            <p:cNvPr id="2807" name="Google Shape;2807;p15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15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9" name="Google Shape;2809;p15"/>
          <p:cNvGrpSpPr/>
          <p:nvPr/>
        </p:nvGrpSpPr>
        <p:grpSpPr>
          <a:xfrm>
            <a:off x="1275188" y="4542259"/>
            <a:ext cx="139069" cy="132484"/>
            <a:chOff x="6974538" y="4344709"/>
            <a:chExt cx="139069" cy="132484"/>
          </a:xfrm>
        </p:grpSpPr>
        <p:sp>
          <p:nvSpPr>
            <p:cNvPr id="2810" name="Google Shape;2810;p15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15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12" name="Google Shape;2812;p15"/>
          <p:cNvSpPr txBox="1"/>
          <p:nvPr>
            <p:ph type="title"/>
          </p:nvPr>
        </p:nvSpPr>
        <p:spPr>
          <a:xfrm>
            <a:off x="720000" y="2775387"/>
            <a:ext cx="23364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13" name="Google Shape;2813;p15"/>
          <p:cNvSpPr txBox="1"/>
          <p:nvPr>
            <p:ph idx="1" type="subTitle"/>
          </p:nvPr>
        </p:nvSpPr>
        <p:spPr>
          <a:xfrm>
            <a:off x="720000" y="3180528"/>
            <a:ext cx="2336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4" name="Google Shape;2814;p15"/>
          <p:cNvSpPr txBox="1"/>
          <p:nvPr>
            <p:ph idx="2" type="title"/>
          </p:nvPr>
        </p:nvSpPr>
        <p:spPr>
          <a:xfrm>
            <a:off x="3403800" y="2775387"/>
            <a:ext cx="23364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15" name="Google Shape;2815;p15"/>
          <p:cNvSpPr txBox="1"/>
          <p:nvPr>
            <p:ph idx="3" type="subTitle"/>
          </p:nvPr>
        </p:nvSpPr>
        <p:spPr>
          <a:xfrm>
            <a:off x="3403800" y="3180528"/>
            <a:ext cx="2336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6" name="Google Shape;2816;p15"/>
          <p:cNvSpPr txBox="1"/>
          <p:nvPr>
            <p:ph idx="4" type="title"/>
          </p:nvPr>
        </p:nvSpPr>
        <p:spPr>
          <a:xfrm>
            <a:off x="6087600" y="2775387"/>
            <a:ext cx="23364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17" name="Google Shape;2817;p15"/>
          <p:cNvSpPr txBox="1"/>
          <p:nvPr>
            <p:ph idx="5" type="subTitle"/>
          </p:nvPr>
        </p:nvSpPr>
        <p:spPr>
          <a:xfrm>
            <a:off x="6087600" y="3180528"/>
            <a:ext cx="2336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8" name="Google Shape;2818;p15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819" name="Shape 2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0" name="Google Shape;2820;p16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2821" name="Google Shape;2821;p16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2822" name="Google Shape;2822;p16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3" name="Google Shape;2823;p16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4" name="Google Shape;2824;p16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5" name="Google Shape;2825;p16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6" name="Google Shape;2826;p16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7" name="Google Shape;2827;p16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28" name="Google Shape;2828;p16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2829" name="Google Shape;2829;p16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0" name="Google Shape;2830;p16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1" name="Google Shape;2831;p16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2" name="Google Shape;2832;p16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3" name="Google Shape;2833;p16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4" name="Google Shape;2834;p16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5" name="Google Shape;2835;p16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36" name="Google Shape;2836;p16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2837" name="Google Shape;2837;p16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8" name="Google Shape;2838;p16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9" name="Google Shape;2839;p16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0" name="Google Shape;2840;p16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1" name="Google Shape;2841;p16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2" name="Google Shape;2842;p16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43" name="Google Shape;2843;p16"/>
          <p:cNvSpPr txBox="1"/>
          <p:nvPr>
            <p:ph type="title"/>
          </p:nvPr>
        </p:nvSpPr>
        <p:spPr>
          <a:xfrm>
            <a:off x="720000" y="1862205"/>
            <a:ext cx="23364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44" name="Google Shape;2844;p16"/>
          <p:cNvSpPr txBox="1"/>
          <p:nvPr>
            <p:ph idx="1" type="subTitle"/>
          </p:nvPr>
        </p:nvSpPr>
        <p:spPr>
          <a:xfrm>
            <a:off x="720000" y="2324053"/>
            <a:ext cx="2336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5" name="Google Shape;2845;p16"/>
          <p:cNvSpPr txBox="1"/>
          <p:nvPr>
            <p:ph idx="2" type="title"/>
          </p:nvPr>
        </p:nvSpPr>
        <p:spPr>
          <a:xfrm>
            <a:off x="3403800" y="1862205"/>
            <a:ext cx="23364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46" name="Google Shape;2846;p16"/>
          <p:cNvSpPr txBox="1"/>
          <p:nvPr>
            <p:ph idx="3" type="subTitle"/>
          </p:nvPr>
        </p:nvSpPr>
        <p:spPr>
          <a:xfrm>
            <a:off x="3403800" y="2324053"/>
            <a:ext cx="2336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7" name="Google Shape;2847;p16"/>
          <p:cNvSpPr txBox="1"/>
          <p:nvPr>
            <p:ph idx="4" type="title"/>
          </p:nvPr>
        </p:nvSpPr>
        <p:spPr>
          <a:xfrm>
            <a:off x="6087600" y="1862205"/>
            <a:ext cx="2336400" cy="1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48" name="Google Shape;2848;p16"/>
          <p:cNvSpPr txBox="1"/>
          <p:nvPr>
            <p:ph idx="5" type="subTitle"/>
          </p:nvPr>
        </p:nvSpPr>
        <p:spPr>
          <a:xfrm>
            <a:off x="6087600" y="2324053"/>
            <a:ext cx="2336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9" name="Google Shape;2849;p16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850" name="Google Shape;2850;p16"/>
          <p:cNvGrpSpPr/>
          <p:nvPr/>
        </p:nvGrpSpPr>
        <p:grpSpPr>
          <a:xfrm>
            <a:off x="-175725" y="4881000"/>
            <a:ext cx="9504988" cy="86625"/>
            <a:chOff x="-180675" y="4763425"/>
            <a:chExt cx="9504988" cy="86625"/>
          </a:xfrm>
        </p:grpSpPr>
        <p:sp>
          <p:nvSpPr>
            <p:cNvPr id="2851" name="Google Shape;2851;p16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52" name="Google Shape;2852;p16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2853" name="Google Shape;2853;p16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4" name="Google Shape;2854;p16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5" name="Google Shape;2855;p16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6" name="Google Shape;2856;p16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7" name="Google Shape;2857;p16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8" name="Google Shape;2858;p16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9" name="Google Shape;2859;p16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0" name="Google Shape;2860;p16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1" name="Google Shape;2861;p16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2" name="Google Shape;2862;p16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3" name="Google Shape;2863;p16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4" name="Google Shape;2864;p16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5" name="Google Shape;2865;p16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6" name="Google Shape;2866;p16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67" name="Google Shape;2867;p16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2868" name="Google Shape;2868;p16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9" name="Google Shape;2869;p16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0" name="Google Shape;2870;p16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1" name="Google Shape;2871;p16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2" name="Google Shape;2872;p16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3" name="Google Shape;2873;p16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4" name="Google Shape;2874;p16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5" name="Google Shape;2875;p16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6" name="Google Shape;2876;p16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7" name="Google Shape;2877;p16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8" name="Google Shape;2878;p16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9" name="Google Shape;2879;p16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0" name="Google Shape;2880;p16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1" name="Google Shape;2881;p16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82" name="Google Shape;2882;p16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2883" name="Google Shape;2883;p16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4" name="Google Shape;2884;p16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5" name="Google Shape;2885;p16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6" name="Google Shape;2886;p16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7" name="Google Shape;2887;p16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8" name="Google Shape;2888;p16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9" name="Google Shape;2889;p16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0" name="Google Shape;2890;p16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1" name="Google Shape;2891;p16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2" name="Google Shape;2892;p16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3" name="Google Shape;2893;p16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4" name="Google Shape;2894;p16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5" name="Google Shape;2895;p16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6" name="Google Shape;2896;p16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7" name="Google Shape;2897;p16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2898" name="Google Shape;2898;p16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9" name="Google Shape;2899;p16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0" name="Google Shape;2900;p16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1" name="Google Shape;2901;p16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2" name="Google Shape;2902;p16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3" name="Google Shape;2903;p16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4" name="Google Shape;2904;p16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5" name="Google Shape;2905;p16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6" name="Google Shape;2906;p16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7" name="Google Shape;2907;p16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8" name="Google Shape;2908;p16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9" name="Google Shape;2909;p16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0" name="Google Shape;2910;p16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1" name="Google Shape;2911;p16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12" name="Google Shape;2912;p16"/>
          <p:cNvGrpSpPr/>
          <p:nvPr/>
        </p:nvGrpSpPr>
        <p:grpSpPr>
          <a:xfrm>
            <a:off x="-290562" y="166713"/>
            <a:ext cx="9932525" cy="101238"/>
            <a:chOff x="-871025" y="2187363"/>
            <a:chExt cx="9932525" cy="101238"/>
          </a:xfrm>
        </p:grpSpPr>
        <p:sp>
          <p:nvSpPr>
            <p:cNvPr id="2913" name="Google Shape;2913;p16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14" name="Google Shape;2914;p16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2915" name="Google Shape;2915;p16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6" name="Google Shape;2916;p16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7" name="Google Shape;2917;p16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8" name="Google Shape;2918;p16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9" name="Google Shape;2919;p16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0" name="Google Shape;2920;p16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1" name="Google Shape;2921;p16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2" name="Google Shape;2922;p16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3" name="Google Shape;2923;p16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4" name="Google Shape;2924;p16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5" name="Google Shape;2925;p16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26" name="Google Shape;2926;p16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2927" name="Google Shape;2927;p16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8" name="Google Shape;2928;p16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9" name="Google Shape;2929;p16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0" name="Google Shape;2930;p16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1" name="Google Shape;2931;p16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2" name="Google Shape;2932;p16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3" name="Google Shape;2933;p16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4" name="Google Shape;2934;p16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5" name="Google Shape;2935;p16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6" name="Google Shape;2936;p16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7" name="Google Shape;2937;p16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8" name="Google Shape;2938;p16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2939" name="Google Shape;2939;p16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0" name="Google Shape;2940;p16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1" name="Google Shape;2941;p16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2" name="Google Shape;2942;p16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3" name="Google Shape;2943;p16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4" name="Google Shape;2944;p16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5" name="Google Shape;2945;p16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6" name="Google Shape;2946;p16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7" name="Google Shape;2947;p16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8" name="Google Shape;2948;p16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9" name="Google Shape;2949;p16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50" name="Google Shape;2950;p16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2951" name="Google Shape;2951;p16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2" name="Google Shape;2952;p16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3" name="Google Shape;2953;p16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4" name="Google Shape;2954;p16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5" name="Google Shape;2955;p16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6" name="Google Shape;2956;p16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7" name="Google Shape;2957;p16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8" name="Google Shape;2958;p16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9" name="Google Shape;2959;p16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0" name="Google Shape;2960;p16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1" name="Google Shape;2961;p16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62" name="Google Shape;2962;p16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2963" name="Google Shape;2963;p16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4" name="Google Shape;2964;p16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5" name="Google Shape;2965;p16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6" name="Google Shape;2966;p16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7" name="Google Shape;2967;p16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8" name="Google Shape;2968;p16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9" name="Google Shape;2969;p16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0" name="Google Shape;2970;p16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1" name="Google Shape;2971;p16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2" name="Google Shape;2972;p16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3" name="Google Shape;2973;p16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74" name="Google Shape;2974;p16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2975" name="Google Shape;2975;p16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6" name="Google Shape;2976;p16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7" name="Google Shape;2977;p16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8" name="Google Shape;2978;p16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9" name="Google Shape;2979;p16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0" name="Google Shape;2980;p16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1" name="Google Shape;2981;p16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2" name="Google Shape;2982;p16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3" name="Google Shape;2983;p16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4" name="Google Shape;2984;p16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5" name="Google Shape;2985;p16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86" name="Google Shape;2986;p16"/>
          <p:cNvGrpSpPr/>
          <p:nvPr/>
        </p:nvGrpSpPr>
        <p:grpSpPr>
          <a:xfrm>
            <a:off x="382655" y="3020846"/>
            <a:ext cx="98100" cy="107593"/>
            <a:chOff x="298495" y="3020846"/>
            <a:chExt cx="98100" cy="107593"/>
          </a:xfrm>
        </p:grpSpPr>
        <p:sp>
          <p:nvSpPr>
            <p:cNvPr id="2987" name="Google Shape;2987;p16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16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9" name="Google Shape;2989;p16"/>
          <p:cNvGrpSpPr/>
          <p:nvPr/>
        </p:nvGrpSpPr>
        <p:grpSpPr>
          <a:xfrm>
            <a:off x="84170" y="1980682"/>
            <a:ext cx="134691" cy="140500"/>
            <a:chOff x="10" y="1980682"/>
            <a:chExt cx="134691" cy="140500"/>
          </a:xfrm>
        </p:grpSpPr>
        <p:sp>
          <p:nvSpPr>
            <p:cNvPr id="2990" name="Google Shape;2990;p16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16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92" name="Google Shape;2992;p16"/>
          <p:cNvGrpSpPr/>
          <p:nvPr/>
        </p:nvGrpSpPr>
        <p:grpSpPr>
          <a:xfrm>
            <a:off x="8264820" y="3700657"/>
            <a:ext cx="134691" cy="140500"/>
            <a:chOff x="8180660" y="3700657"/>
            <a:chExt cx="134691" cy="140500"/>
          </a:xfrm>
        </p:grpSpPr>
        <p:sp>
          <p:nvSpPr>
            <p:cNvPr id="2993" name="Google Shape;2993;p16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16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95" name="Google Shape;2995;p16"/>
          <p:cNvGrpSpPr/>
          <p:nvPr/>
        </p:nvGrpSpPr>
        <p:grpSpPr>
          <a:xfrm>
            <a:off x="8866870" y="3004407"/>
            <a:ext cx="134691" cy="140500"/>
            <a:chOff x="8782710" y="3004407"/>
            <a:chExt cx="134691" cy="140500"/>
          </a:xfrm>
        </p:grpSpPr>
        <p:sp>
          <p:nvSpPr>
            <p:cNvPr id="2996" name="Google Shape;2996;p16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16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98" name="Google Shape;2998;p16"/>
          <p:cNvGrpSpPr/>
          <p:nvPr/>
        </p:nvGrpSpPr>
        <p:grpSpPr>
          <a:xfrm>
            <a:off x="10" y="4542259"/>
            <a:ext cx="139069" cy="132484"/>
            <a:chOff x="7193976" y="1915322"/>
            <a:chExt cx="139069" cy="132484"/>
          </a:xfrm>
        </p:grpSpPr>
        <p:sp>
          <p:nvSpPr>
            <p:cNvPr id="2999" name="Google Shape;2999;p16"/>
            <p:cNvSpPr/>
            <p:nvPr/>
          </p:nvSpPr>
          <p:spPr>
            <a:xfrm rot="1036744">
              <a:off x="7206779" y="19298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16"/>
            <p:cNvSpPr/>
            <p:nvPr/>
          </p:nvSpPr>
          <p:spPr>
            <a:xfrm>
              <a:off x="7247480" y="1965520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68" y="2335"/>
                    <a:pt x="1" y="1768"/>
                    <a:pt x="1" y="1168"/>
                  </a:cubicBezTo>
                  <a:cubicBezTo>
                    <a:pt x="1" y="534"/>
                    <a:pt x="568" y="0"/>
                    <a:pt x="1168" y="0"/>
                  </a:cubicBezTo>
                  <a:cubicBezTo>
                    <a:pt x="1835" y="0"/>
                    <a:pt x="2336" y="467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1" name="Google Shape;3001;p16"/>
          <p:cNvGrpSpPr/>
          <p:nvPr/>
        </p:nvGrpSpPr>
        <p:grpSpPr>
          <a:xfrm>
            <a:off x="6872085" y="360297"/>
            <a:ext cx="139069" cy="132484"/>
            <a:chOff x="6787926" y="360297"/>
            <a:chExt cx="139069" cy="132484"/>
          </a:xfrm>
        </p:grpSpPr>
        <p:sp>
          <p:nvSpPr>
            <p:cNvPr id="3002" name="Google Shape;3002;p16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16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4" name="Google Shape;3004;p16"/>
          <p:cNvGrpSpPr/>
          <p:nvPr/>
        </p:nvGrpSpPr>
        <p:grpSpPr>
          <a:xfrm>
            <a:off x="7913395" y="4608507"/>
            <a:ext cx="134691" cy="140500"/>
            <a:chOff x="3516385" y="421707"/>
            <a:chExt cx="134691" cy="140500"/>
          </a:xfrm>
        </p:grpSpPr>
        <p:sp>
          <p:nvSpPr>
            <p:cNvPr id="3005" name="Google Shape;3005;p16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16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7" name="Google Shape;3007;p16"/>
          <p:cNvGrpSpPr/>
          <p:nvPr/>
        </p:nvGrpSpPr>
        <p:grpSpPr>
          <a:xfrm>
            <a:off x="8237430" y="750558"/>
            <a:ext cx="98100" cy="107593"/>
            <a:chOff x="7449370" y="2691508"/>
            <a:chExt cx="98100" cy="107593"/>
          </a:xfrm>
        </p:grpSpPr>
        <p:sp>
          <p:nvSpPr>
            <p:cNvPr id="3008" name="Google Shape;3008;p16"/>
            <p:cNvSpPr/>
            <p:nvPr/>
          </p:nvSpPr>
          <p:spPr>
            <a:xfrm rot="5400000">
              <a:off x="7444624" y="26962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16"/>
            <p:cNvSpPr/>
            <p:nvPr/>
          </p:nvSpPr>
          <p:spPr>
            <a:xfrm>
              <a:off x="7449379" y="27292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0" name="Google Shape;3010;p16"/>
          <p:cNvGrpSpPr/>
          <p:nvPr/>
        </p:nvGrpSpPr>
        <p:grpSpPr>
          <a:xfrm>
            <a:off x="715107" y="610057"/>
            <a:ext cx="134691" cy="140500"/>
            <a:chOff x="7608023" y="4524632"/>
            <a:chExt cx="134691" cy="140500"/>
          </a:xfrm>
        </p:grpSpPr>
        <p:sp>
          <p:nvSpPr>
            <p:cNvPr id="3011" name="Google Shape;3011;p16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16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013" name="Shape 3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4" name="Google Shape;3014;p17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3015" name="Google Shape;3015;p17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3016" name="Google Shape;3016;p17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7" name="Google Shape;3017;p17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8" name="Google Shape;3018;p17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9" name="Google Shape;3019;p17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0" name="Google Shape;3020;p17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1" name="Google Shape;3021;p17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22" name="Google Shape;3022;p17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3023" name="Google Shape;3023;p17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4" name="Google Shape;3024;p17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5" name="Google Shape;3025;p17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6" name="Google Shape;3026;p17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7" name="Google Shape;3027;p17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8" name="Google Shape;3028;p17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9" name="Google Shape;3029;p17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30" name="Google Shape;3030;p17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3031" name="Google Shape;3031;p17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2" name="Google Shape;3032;p17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3" name="Google Shape;3033;p17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4" name="Google Shape;3034;p17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5" name="Google Shape;3035;p17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6" name="Google Shape;3036;p17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37" name="Google Shape;3037;p17"/>
          <p:cNvGrpSpPr/>
          <p:nvPr/>
        </p:nvGrpSpPr>
        <p:grpSpPr>
          <a:xfrm>
            <a:off x="5955335" y="4662294"/>
            <a:ext cx="134691" cy="140500"/>
            <a:chOff x="5391935" y="668507"/>
            <a:chExt cx="134691" cy="140500"/>
          </a:xfrm>
        </p:grpSpPr>
        <p:sp>
          <p:nvSpPr>
            <p:cNvPr id="3038" name="Google Shape;3038;p17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17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40" name="Google Shape;3040;p17"/>
          <p:cNvGrpSpPr/>
          <p:nvPr/>
        </p:nvGrpSpPr>
        <p:grpSpPr>
          <a:xfrm>
            <a:off x="396595" y="1473233"/>
            <a:ext cx="98100" cy="107593"/>
            <a:chOff x="151270" y="809008"/>
            <a:chExt cx="98100" cy="107593"/>
          </a:xfrm>
        </p:grpSpPr>
        <p:sp>
          <p:nvSpPr>
            <p:cNvPr id="3041" name="Google Shape;3041;p17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17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43" name="Google Shape;3043;p17"/>
          <p:cNvGrpSpPr/>
          <p:nvPr/>
        </p:nvGrpSpPr>
        <p:grpSpPr>
          <a:xfrm>
            <a:off x="2908251" y="4608497"/>
            <a:ext cx="139069" cy="132484"/>
            <a:chOff x="2908251" y="4753922"/>
            <a:chExt cx="139069" cy="132484"/>
          </a:xfrm>
        </p:grpSpPr>
        <p:sp>
          <p:nvSpPr>
            <p:cNvPr id="3044" name="Google Shape;3044;p17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17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46" name="Google Shape;3046;p17"/>
          <p:cNvGrpSpPr/>
          <p:nvPr/>
        </p:nvGrpSpPr>
        <p:grpSpPr>
          <a:xfrm>
            <a:off x="360945" y="4554696"/>
            <a:ext cx="98100" cy="107593"/>
            <a:chOff x="298495" y="3020846"/>
            <a:chExt cx="98100" cy="107593"/>
          </a:xfrm>
        </p:grpSpPr>
        <p:sp>
          <p:nvSpPr>
            <p:cNvPr id="3047" name="Google Shape;3047;p17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17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49" name="Google Shape;3049;p17"/>
          <p:cNvGrpSpPr/>
          <p:nvPr/>
        </p:nvGrpSpPr>
        <p:grpSpPr>
          <a:xfrm>
            <a:off x="1131685" y="356294"/>
            <a:ext cx="134691" cy="140500"/>
            <a:chOff x="10" y="1980682"/>
            <a:chExt cx="134691" cy="140500"/>
          </a:xfrm>
        </p:grpSpPr>
        <p:sp>
          <p:nvSpPr>
            <p:cNvPr id="3050" name="Google Shape;3050;p17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17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2" name="Google Shape;3052;p17"/>
          <p:cNvGrpSpPr/>
          <p:nvPr/>
        </p:nvGrpSpPr>
        <p:grpSpPr>
          <a:xfrm>
            <a:off x="105463" y="2679059"/>
            <a:ext cx="139069" cy="132484"/>
            <a:chOff x="925663" y="2413659"/>
            <a:chExt cx="139069" cy="132484"/>
          </a:xfrm>
        </p:grpSpPr>
        <p:sp>
          <p:nvSpPr>
            <p:cNvPr id="3053" name="Google Shape;3053;p17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17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5" name="Google Shape;3055;p17"/>
          <p:cNvGrpSpPr/>
          <p:nvPr/>
        </p:nvGrpSpPr>
        <p:grpSpPr>
          <a:xfrm>
            <a:off x="8730060" y="2888832"/>
            <a:ext cx="134691" cy="140500"/>
            <a:chOff x="8180660" y="3700657"/>
            <a:chExt cx="134691" cy="140500"/>
          </a:xfrm>
        </p:grpSpPr>
        <p:sp>
          <p:nvSpPr>
            <p:cNvPr id="3056" name="Google Shape;3056;p17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17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8" name="Google Shape;3058;p17"/>
          <p:cNvGrpSpPr/>
          <p:nvPr/>
        </p:nvGrpSpPr>
        <p:grpSpPr>
          <a:xfrm>
            <a:off x="8595360" y="1545382"/>
            <a:ext cx="134691" cy="140500"/>
            <a:chOff x="8782710" y="3004407"/>
            <a:chExt cx="134691" cy="140500"/>
          </a:xfrm>
        </p:grpSpPr>
        <p:sp>
          <p:nvSpPr>
            <p:cNvPr id="3059" name="Google Shape;3059;p17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17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1" name="Google Shape;3061;p17"/>
          <p:cNvGrpSpPr/>
          <p:nvPr/>
        </p:nvGrpSpPr>
        <p:grpSpPr>
          <a:xfrm>
            <a:off x="7674901" y="926572"/>
            <a:ext cx="139069" cy="132484"/>
            <a:chOff x="6787926" y="360297"/>
            <a:chExt cx="139069" cy="132484"/>
          </a:xfrm>
        </p:grpSpPr>
        <p:sp>
          <p:nvSpPr>
            <p:cNvPr id="3062" name="Google Shape;3062;p17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17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4" name="Google Shape;3064;p17"/>
          <p:cNvGrpSpPr/>
          <p:nvPr/>
        </p:nvGrpSpPr>
        <p:grpSpPr>
          <a:xfrm>
            <a:off x="7813985" y="4662307"/>
            <a:ext cx="134691" cy="140500"/>
            <a:chOff x="3516385" y="421707"/>
            <a:chExt cx="134691" cy="140500"/>
          </a:xfrm>
        </p:grpSpPr>
        <p:sp>
          <p:nvSpPr>
            <p:cNvPr id="3065" name="Google Shape;3065;p17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17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7" name="Google Shape;3067;p17"/>
          <p:cNvGrpSpPr/>
          <p:nvPr/>
        </p:nvGrpSpPr>
        <p:grpSpPr>
          <a:xfrm>
            <a:off x="8647998" y="4132907"/>
            <a:ext cx="134691" cy="140500"/>
            <a:chOff x="7608023" y="4524632"/>
            <a:chExt cx="134691" cy="140500"/>
          </a:xfrm>
        </p:grpSpPr>
        <p:sp>
          <p:nvSpPr>
            <p:cNvPr id="3068" name="Google Shape;3068;p17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17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0" name="Google Shape;3070;p17"/>
          <p:cNvGrpSpPr/>
          <p:nvPr/>
        </p:nvGrpSpPr>
        <p:grpSpPr>
          <a:xfrm>
            <a:off x="494688" y="812434"/>
            <a:ext cx="139069" cy="132484"/>
            <a:chOff x="6974538" y="4344709"/>
            <a:chExt cx="139069" cy="132484"/>
          </a:xfrm>
        </p:grpSpPr>
        <p:sp>
          <p:nvSpPr>
            <p:cNvPr id="3071" name="Google Shape;3071;p17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17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3" name="Google Shape;3073;p17"/>
          <p:cNvGrpSpPr/>
          <p:nvPr/>
        </p:nvGrpSpPr>
        <p:grpSpPr>
          <a:xfrm>
            <a:off x="8428898" y="394507"/>
            <a:ext cx="134691" cy="140500"/>
            <a:chOff x="1062773" y="3863207"/>
            <a:chExt cx="134691" cy="140500"/>
          </a:xfrm>
        </p:grpSpPr>
        <p:sp>
          <p:nvSpPr>
            <p:cNvPr id="3074" name="Google Shape;3074;p17"/>
            <p:cNvSpPr/>
            <p:nvPr/>
          </p:nvSpPr>
          <p:spPr>
            <a:xfrm rot="6625235">
              <a:off x="1074155" y="38824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17"/>
            <p:cNvSpPr/>
            <p:nvPr/>
          </p:nvSpPr>
          <p:spPr>
            <a:xfrm>
              <a:off x="1128169" y="3908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6" name="Google Shape;3076;p17"/>
          <p:cNvGrpSpPr/>
          <p:nvPr/>
        </p:nvGrpSpPr>
        <p:grpSpPr>
          <a:xfrm>
            <a:off x="-306400" y="4873700"/>
            <a:ext cx="10718550" cy="117400"/>
            <a:chOff x="-295125" y="5026100"/>
            <a:chExt cx="10718550" cy="117400"/>
          </a:xfrm>
        </p:grpSpPr>
        <p:sp>
          <p:nvSpPr>
            <p:cNvPr id="3077" name="Google Shape;3077;p17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78" name="Google Shape;3078;p17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3079" name="Google Shape;3079;p17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3080" name="Google Shape;3080;p17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1" name="Google Shape;3081;p17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2" name="Google Shape;3082;p17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3" name="Google Shape;3083;p17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4" name="Google Shape;3084;p17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5" name="Google Shape;3085;p17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6" name="Google Shape;3086;p17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7" name="Google Shape;3087;p17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8" name="Google Shape;3088;p17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9" name="Google Shape;3089;p17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0" name="Google Shape;3090;p17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1" name="Google Shape;3091;p17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2" name="Google Shape;3092;p17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3" name="Google Shape;3093;p17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094" name="Google Shape;3094;p17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3095" name="Google Shape;3095;p17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6" name="Google Shape;3096;p17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7" name="Google Shape;3097;p17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8" name="Google Shape;3098;p17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9" name="Google Shape;3099;p17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0" name="Google Shape;3100;p17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1" name="Google Shape;3101;p17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2" name="Google Shape;3102;p17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3" name="Google Shape;3103;p17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4" name="Google Shape;3104;p17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5" name="Google Shape;3105;p17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6" name="Google Shape;3106;p17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7" name="Google Shape;3107;p17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8" name="Google Shape;3108;p17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109" name="Google Shape;3109;p17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3110" name="Google Shape;3110;p17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3111" name="Google Shape;3111;p17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2" name="Google Shape;3112;p17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3" name="Google Shape;3113;p17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4" name="Google Shape;3114;p17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5" name="Google Shape;3115;p17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6" name="Google Shape;3116;p17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7" name="Google Shape;3117;p17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8" name="Google Shape;3118;p17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9" name="Google Shape;3119;p17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0" name="Google Shape;3120;p17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1" name="Google Shape;3121;p17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2" name="Google Shape;3122;p17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3" name="Google Shape;3123;p17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4" name="Google Shape;3124;p17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125" name="Google Shape;3125;p17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3126" name="Google Shape;3126;p17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7" name="Google Shape;3127;p17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8" name="Google Shape;3128;p17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9" name="Google Shape;3129;p17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0" name="Google Shape;3130;p17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1" name="Google Shape;3131;p17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2" name="Google Shape;3132;p17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3" name="Google Shape;3133;p17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4" name="Google Shape;3134;p17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5" name="Google Shape;3135;p17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6" name="Google Shape;3136;p17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7" name="Google Shape;3137;p17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8" name="Google Shape;3138;p17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9" name="Google Shape;3139;p17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140" name="Google Shape;3140;p17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3141" name="Google Shape;3141;p17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3142" name="Google Shape;3142;p17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3" name="Google Shape;3143;p17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4" name="Google Shape;3144;p17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5" name="Google Shape;3145;p17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6" name="Google Shape;3146;p17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7" name="Google Shape;3147;p17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8" name="Google Shape;3148;p17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9" name="Google Shape;3149;p17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0" name="Google Shape;3150;p17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1" name="Google Shape;3151;p17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2" name="Google Shape;3152;p17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3" name="Google Shape;3153;p17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4" name="Google Shape;3154;p17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5" name="Google Shape;3155;p17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156" name="Google Shape;3156;p17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3157" name="Google Shape;3157;p17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8" name="Google Shape;3158;p17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9" name="Google Shape;3159;p17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0" name="Google Shape;3160;p17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1" name="Google Shape;3161;p17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2" name="Google Shape;3162;p17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3" name="Google Shape;3163;p17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4" name="Google Shape;3164;p17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5" name="Google Shape;3165;p17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6" name="Google Shape;3166;p17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7" name="Google Shape;3167;p17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8" name="Google Shape;3168;p17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9" name="Google Shape;3169;p17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0" name="Google Shape;3170;p17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171" name="Google Shape;3171;p17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3172" name="Google Shape;3172;p17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3" name="Google Shape;3173;p17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4" name="Google Shape;3174;p17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5" name="Google Shape;3175;p17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6" name="Google Shape;3176;p17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7" name="Google Shape;3177;p17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8" name="Google Shape;3178;p17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9" name="Google Shape;3179;p17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0" name="Google Shape;3180;p17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1" name="Google Shape;3181;p17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2" name="Google Shape;3182;p17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3" name="Google Shape;3183;p17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4" name="Google Shape;3184;p17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5" name="Google Shape;3185;p17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86" name="Google Shape;3186;p17"/>
          <p:cNvGrpSpPr/>
          <p:nvPr/>
        </p:nvGrpSpPr>
        <p:grpSpPr>
          <a:xfrm>
            <a:off x="-152450" y="178825"/>
            <a:ext cx="9504988" cy="86625"/>
            <a:chOff x="-180675" y="4763425"/>
            <a:chExt cx="9504988" cy="86625"/>
          </a:xfrm>
        </p:grpSpPr>
        <p:sp>
          <p:nvSpPr>
            <p:cNvPr id="3187" name="Google Shape;3187;p17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88" name="Google Shape;3188;p17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3189" name="Google Shape;3189;p17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0" name="Google Shape;3190;p17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1" name="Google Shape;3191;p17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2" name="Google Shape;3192;p17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3" name="Google Shape;3193;p17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4" name="Google Shape;3194;p17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5" name="Google Shape;3195;p17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6" name="Google Shape;3196;p17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7" name="Google Shape;3197;p17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8" name="Google Shape;3198;p17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9" name="Google Shape;3199;p17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0" name="Google Shape;3200;p17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1" name="Google Shape;3201;p17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2" name="Google Shape;3202;p17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3" name="Google Shape;3203;p17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3204" name="Google Shape;3204;p17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5" name="Google Shape;3205;p17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6" name="Google Shape;3206;p17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7" name="Google Shape;3207;p17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8" name="Google Shape;3208;p17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9" name="Google Shape;3209;p17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0" name="Google Shape;3210;p17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1" name="Google Shape;3211;p17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2" name="Google Shape;3212;p17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3" name="Google Shape;3213;p17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4" name="Google Shape;3214;p17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5" name="Google Shape;3215;p17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6" name="Google Shape;3216;p17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7" name="Google Shape;3217;p17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18" name="Google Shape;3218;p17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3219" name="Google Shape;3219;p17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0" name="Google Shape;3220;p17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1" name="Google Shape;3221;p17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2" name="Google Shape;3222;p17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3" name="Google Shape;3223;p17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4" name="Google Shape;3224;p17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5" name="Google Shape;3225;p17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6" name="Google Shape;3226;p17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7" name="Google Shape;3227;p17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8" name="Google Shape;3228;p17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9" name="Google Shape;3229;p17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0" name="Google Shape;3230;p17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1" name="Google Shape;3231;p17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2" name="Google Shape;3232;p17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3" name="Google Shape;3233;p17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3234" name="Google Shape;3234;p17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5" name="Google Shape;3235;p17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6" name="Google Shape;3236;p17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7" name="Google Shape;3237;p17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8" name="Google Shape;3238;p17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9" name="Google Shape;3239;p17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0" name="Google Shape;3240;p17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1" name="Google Shape;3241;p17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2" name="Google Shape;3242;p17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3" name="Google Shape;3243;p17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4" name="Google Shape;3244;p17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5" name="Google Shape;3245;p17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6" name="Google Shape;3246;p17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7" name="Google Shape;3247;p17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48" name="Google Shape;3248;p17"/>
          <p:cNvSpPr txBox="1"/>
          <p:nvPr>
            <p:ph type="title"/>
          </p:nvPr>
        </p:nvSpPr>
        <p:spPr>
          <a:xfrm>
            <a:off x="1195850" y="2117438"/>
            <a:ext cx="2867100" cy="2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49" name="Google Shape;3249;p17"/>
          <p:cNvSpPr txBox="1"/>
          <p:nvPr>
            <p:ph idx="1" type="subTitle"/>
          </p:nvPr>
        </p:nvSpPr>
        <p:spPr>
          <a:xfrm>
            <a:off x="1195850" y="2452063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0" name="Google Shape;3250;p17"/>
          <p:cNvSpPr txBox="1"/>
          <p:nvPr>
            <p:ph idx="2" type="title"/>
          </p:nvPr>
        </p:nvSpPr>
        <p:spPr>
          <a:xfrm>
            <a:off x="5081027" y="2117438"/>
            <a:ext cx="2867100" cy="2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51" name="Google Shape;3251;p17"/>
          <p:cNvSpPr txBox="1"/>
          <p:nvPr>
            <p:ph idx="3" type="subTitle"/>
          </p:nvPr>
        </p:nvSpPr>
        <p:spPr>
          <a:xfrm>
            <a:off x="5081030" y="2452063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2" name="Google Shape;3252;p17"/>
          <p:cNvSpPr txBox="1"/>
          <p:nvPr>
            <p:ph idx="4" type="title"/>
          </p:nvPr>
        </p:nvSpPr>
        <p:spPr>
          <a:xfrm>
            <a:off x="1195863" y="3799663"/>
            <a:ext cx="2867100" cy="2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53" name="Google Shape;3253;p17"/>
          <p:cNvSpPr txBox="1"/>
          <p:nvPr>
            <p:ph idx="5" type="subTitle"/>
          </p:nvPr>
        </p:nvSpPr>
        <p:spPr>
          <a:xfrm>
            <a:off x="1195863" y="4111607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4" name="Google Shape;3254;p17"/>
          <p:cNvSpPr txBox="1"/>
          <p:nvPr>
            <p:ph idx="6" type="title"/>
          </p:nvPr>
        </p:nvSpPr>
        <p:spPr>
          <a:xfrm>
            <a:off x="5081040" y="3799663"/>
            <a:ext cx="2867100" cy="2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55" name="Google Shape;3255;p17"/>
          <p:cNvSpPr txBox="1"/>
          <p:nvPr>
            <p:ph idx="7" type="subTitle"/>
          </p:nvPr>
        </p:nvSpPr>
        <p:spPr>
          <a:xfrm>
            <a:off x="5081043" y="4111607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6" name="Google Shape;3256;p17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257" name="Shape 3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8" name="Google Shape;3258;p18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3259" name="Google Shape;3259;p18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3260" name="Google Shape;3260;p18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1" name="Google Shape;3261;p18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2" name="Google Shape;3262;p18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3" name="Google Shape;3263;p18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4" name="Google Shape;3264;p18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5" name="Google Shape;3265;p18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66" name="Google Shape;3266;p18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3267" name="Google Shape;3267;p18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8" name="Google Shape;3268;p18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9" name="Google Shape;3269;p18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0" name="Google Shape;3270;p18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1" name="Google Shape;3271;p18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2" name="Google Shape;3272;p18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3" name="Google Shape;3273;p18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74" name="Google Shape;3274;p18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3275" name="Google Shape;3275;p18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6" name="Google Shape;3276;p18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7" name="Google Shape;3277;p18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8" name="Google Shape;3278;p18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9" name="Google Shape;3279;p18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0" name="Google Shape;3280;p18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81" name="Google Shape;3281;p18"/>
          <p:cNvSpPr txBox="1"/>
          <p:nvPr>
            <p:ph type="title"/>
          </p:nvPr>
        </p:nvSpPr>
        <p:spPr>
          <a:xfrm>
            <a:off x="726638" y="1690800"/>
            <a:ext cx="2305500" cy="1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82" name="Google Shape;3282;p18"/>
          <p:cNvSpPr txBox="1"/>
          <p:nvPr>
            <p:ph idx="1" type="subTitle"/>
          </p:nvPr>
        </p:nvSpPr>
        <p:spPr>
          <a:xfrm>
            <a:off x="720000" y="21169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3" name="Google Shape;3283;p18"/>
          <p:cNvSpPr txBox="1"/>
          <p:nvPr>
            <p:ph idx="2" type="title"/>
          </p:nvPr>
        </p:nvSpPr>
        <p:spPr>
          <a:xfrm>
            <a:off x="3425908" y="1690800"/>
            <a:ext cx="2305500" cy="1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84" name="Google Shape;3284;p18"/>
          <p:cNvSpPr txBox="1"/>
          <p:nvPr>
            <p:ph idx="3" type="subTitle"/>
          </p:nvPr>
        </p:nvSpPr>
        <p:spPr>
          <a:xfrm>
            <a:off x="3419269" y="21169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5" name="Google Shape;3285;p18"/>
          <p:cNvSpPr txBox="1"/>
          <p:nvPr>
            <p:ph idx="4" type="title"/>
          </p:nvPr>
        </p:nvSpPr>
        <p:spPr>
          <a:xfrm>
            <a:off x="719975" y="3282763"/>
            <a:ext cx="2305500" cy="1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86" name="Google Shape;3286;p18"/>
          <p:cNvSpPr txBox="1"/>
          <p:nvPr>
            <p:ph idx="5" type="subTitle"/>
          </p:nvPr>
        </p:nvSpPr>
        <p:spPr>
          <a:xfrm>
            <a:off x="720000" y="37027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7" name="Google Shape;3287;p18"/>
          <p:cNvSpPr txBox="1"/>
          <p:nvPr>
            <p:ph idx="6" type="title"/>
          </p:nvPr>
        </p:nvSpPr>
        <p:spPr>
          <a:xfrm>
            <a:off x="3419246" y="3282763"/>
            <a:ext cx="2305500" cy="1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88" name="Google Shape;3288;p18"/>
          <p:cNvSpPr txBox="1"/>
          <p:nvPr>
            <p:ph idx="7" type="subTitle"/>
          </p:nvPr>
        </p:nvSpPr>
        <p:spPr>
          <a:xfrm>
            <a:off x="3419269" y="37027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9" name="Google Shape;3289;p18"/>
          <p:cNvSpPr txBox="1"/>
          <p:nvPr>
            <p:ph idx="8" type="title"/>
          </p:nvPr>
        </p:nvSpPr>
        <p:spPr>
          <a:xfrm>
            <a:off x="6125186" y="1690800"/>
            <a:ext cx="2305500" cy="1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90" name="Google Shape;3290;p18"/>
          <p:cNvSpPr txBox="1"/>
          <p:nvPr>
            <p:ph idx="9" type="subTitle"/>
          </p:nvPr>
        </p:nvSpPr>
        <p:spPr>
          <a:xfrm>
            <a:off x="6118545" y="21169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1" name="Google Shape;3291;p18"/>
          <p:cNvSpPr txBox="1"/>
          <p:nvPr>
            <p:ph idx="13" type="title"/>
          </p:nvPr>
        </p:nvSpPr>
        <p:spPr>
          <a:xfrm>
            <a:off x="6118524" y="3282763"/>
            <a:ext cx="2305500" cy="1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92" name="Google Shape;3292;p18"/>
          <p:cNvSpPr txBox="1"/>
          <p:nvPr>
            <p:ph idx="14" type="subTitle"/>
          </p:nvPr>
        </p:nvSpPr>
        <p:spPr>
          <a:xfrm>
            <a:off x="6118545" y="37027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3" name="Google Shape;3293;p18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294" name="Google Shape;3294;p18"/>
          <p:cNvGrpSpPr/>
          <p:nvPr/>
        </p:nvGrpSpPr>
        <p:grpSpPr>
          <a:xfrm flipH="1">
            <a:off x="-451050" y="4873688"/>
            <a:ext cx="9932525" cy="101238"/>
            <a:chOff x="-871025" y="2187363"/>
            <a:chExt cx="9932525" cy="101238"/>
          </a:xfrm>
        </p:grpSpPr>
        <p:sp>
          <p:nvSpPr>
            <p:cNvPr id="3295" name="Google Shape;3295;p18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96" name="Google Shape;3296;p18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3297" name="Google Shape;3297;p18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8" name="Google Shape;3298;p18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9" name="Google Shape;3299;p18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0" name="Google Shape;3300;p18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1" name="Google Shape;3301;p18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2" name="Google Shape;3302;p18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3" name="Google Shape;3303;p18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4" name="Google Shape;3304;p18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5" name="Google Shape;3305;p18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6" name="Google Shape;3306;p18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7" name="Google Shape;3307;p18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8" name="Google Shape;3308;p18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3309" name="Google Shape;3309;p18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0" name="Google Shape;3310;p18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1" name="Google Shape;3311;p18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2" name="Google Shape;3312;p18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3" name="Google Shape;3313;p18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4" name="Google Shape;3314;p18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5" name="Google Shape;3315;p18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6" name="Google Shape;3316;p18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7" name="Google Shape;3317;p18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8" name="Google Shape;3318;p18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9" name="Google Shape;3319;p18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20" name="Google Shape;3320;p18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3321" name="Google Shape;3321;p18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2" name="Google Shape;3322;p18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3" name="Google Shape;3323;p18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4" name="Google Shape;3324;p18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5" name="Google Shape;3325;p18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6" name="Google Shape;3326;p18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7" name="Google Shape;3327;p18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8" name="Google Shape;3328;p18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9" name="Google Shape;3329;p18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0" name="Google Shape;3330;p18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1" name="Google Shape;3331;p18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2" name="Google Shape;3332;p18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3333" name="Google Shape;3333;p18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4" name="Google Shape;3334;p18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5" name="Google Shape;3335;p18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6" name="Google Shape;3336;p18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7" name="Google Shape;3337;p18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8" name="Google Shape;3338;p18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9" name="Google Shape;3339;p18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0" name="Google Shape;3340;p18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1" name="Google Shape;3341;p18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2" name="Google Shape;3342;p18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3" name="Google Shape;3343;p18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4" name="Google Shape;3344;p18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3345" name="Google Shape;3345;p18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6" name="Google Shape;3346;p18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7" name="Google Shape;3347;p18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8" name="Google Shape;3348;p18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9" name="Google Shape;3349;p18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0" name="Google Shape;3350;p18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1" name="Google Shape;3351;p18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2" name="Google Shape;3352;p18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3" name="Google Shape;3353;p18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4" name="Google Shape;3354;p18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5" name="Google Shape;3355;p18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56" name="Google Shape;3356;p18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3357" name="Google Shape;3357;p18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8" name="Google Shape;3358;p18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9" name="Google Shape;3359;p18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0" name="Google Shape;3360;p18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1" name="Google Shape;3361;p18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2" name="Google Shape;3362;p18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3" name="Google Shape;3363;p18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4" name="Google Shape;3364;p18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5" name="Google Shape;3365;p18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6" name="Google Shape;3366;p18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7" name="Google Shape;3367;p18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68" name="Google Shape;3368;p18"/>
          <p:cNvGrpSpPr/>
          <p:nvPr/>
        </p:nvGrpSpPr>
        <p:grpSpPr>
          <a:xfrm>
            <a:off x="-334925" y="166725"/>
            <a:ext cx="10718550" cy="117400"/>
            <a:chOff x="-295125" y="5026100"/>
            <a:chExt cx="10718550" cy="117400"/>
          </a:xfrm>
        </p:grpSpPr>
        <p:sp>
          <p:nvSpPr>
            <p:cNvPr id="3369" name="Google Shape;3369;p18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70" name="Google Shape;3370;p18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3371" name="Google Shape;3371;p18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3372" name="Google Shape;3372;p18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3" name="Google Shape;3373;p18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4" name="Google Shape;3374;p18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5" name="Google Shape;3375;p18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6" name="Google Shape;3376;p18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7" name="Google Shape;3377;p18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8" name="Google Shape;3378;p18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9" name="Google Shape;3379;p18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0" name="Google Shape;3380;p18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1" name="Google Shape;3381;p18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2" name="Google Shape;3382;p18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3" name="Google Shape;3383;p18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4" name="Google Shape;3384;p18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5" name="Google Shape;3385;p18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386" name="Google Shape;3386;p18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3387" name="Google Shape;3387;p18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8" name="Google Shape;3388;p18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9" name="Google Shape;3389;p18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0" name="Google Shape;3390;p18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1" name="Google Shape;3391;p18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2" name="Google Shape;3392;p18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3" name="Google Shape;3393;p18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4" name="Google Shape;3394;p18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5" name="Google Shape;3395;p18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6" name="Google Shape;3396;p18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7" name="Google Shape;3397;p18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8" name="Google Shape;3398;p18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9" name="Google Shape;3399;p18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0" name="Google Shape;3400;p18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401" name="Google Shape;3401;p18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3402" name="Google Shape;3402;p18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3403" name="Google Shape;3403;p18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4" name="Google Shape;3404;p18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5" name="Google Shape;3405;p18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6" name="Google Shape;3406;p18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7" name="Google Shape;3407;p18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8" name="Google Shape;3408;p18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9" name="Google Shape;3409;p18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0" name="Google Shape;3410;p18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1" name="Google Shape;3411;p18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2" name="Google Shape;3412;p18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3" name="Google Shape;3413;p18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4" name="Google Shape;3414;p18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5" name="Google Shape;3415;p18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6" name="Google Shape;3416;p18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17" name="Google Shape;3417;p18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3418" name="Google Shape;3418;p18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9" name="Google Shape;3419;p18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0" name="Google Shape;3420;p18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1" name="Google Shape;3421;p18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2" name="Google Shape;3422;p18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3" name="Google Shape;3423;p18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4" name="Google Shape;3424;p18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5" name="Google Shape;3425;p18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6" name="Google Shape;3426;p18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7" name="Google Shape;3427;p18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8" name="Google Shape;3428;p18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9" name="Google Shape;3429;p18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0" name="Google Shape;3430;p18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1" name="Google Shape;3431;p18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432" name="Google Shape;3432;p18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3433" name="Google Shape;3433;p18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3434" name="Google Shape;3434;p18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5" name="Google Shape;3435;p18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6" name="Google Shape;3436;p18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7" name="Google Shape;3437;p18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8" name="Google Shape;3438;p18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9" name="Google Shape;3439;p18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0" name="Google Shape;3440;p18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1" name="Google Shape;3441;p18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2" name="Google Shape;3442;p18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3" name="Google Shape;3443;p18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4" name="Google Shape;3444;p18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5" name="Google Shape;3445;p18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6" name="Google Shape;3446;p18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7" name="Google Shape;3447;p18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48" name="Google Shape;3448;p18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3449" name="Google Shape;3449;p18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0" name="Google Shape;3450;p18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1" name="Google Shape;3451;p18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2" name="Google Shape;3452;p18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3" name="Google Shape;3453;p18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4" name="Google Shape;3454;p18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5" name="Google Shape;3455;p18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6" name="Google Shape;3456;p18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7" name="Google Shape;3457;p18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8" name="Google Shape;3458;p18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9" name="Google Shape;3459;p18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0" name="Google Shape;3460;p18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1" name="Google Shape;3461;p18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2" name="Google Shape;3462;p18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463" name="Google Shape;3463;p18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3464" name="Google Shape;3464;p18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5" name="Google Shape;3465;p18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6" name="Google Shape;3466;p18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7" name="Google Shape;3467;p18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8" name="Google Shape;3468;p18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9" name="Google Shape;3469;p18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0" name="Google Shape;3470;p18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1" name="Google Shape;3471;p18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2" name="Google Shape;3472;p18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3" name="Google Shape;3473;p18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4" name="Google Shape;3474;p18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5" name="Google Shape;3475;p18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6" name="Google Shape;3476;p18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7" name="Google Shape;3477;p18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78" name="Google Shape;3478;p18"/>
          <p:cNvGrpSpPr/>
          <p:nvPr/>
        </p:nvGrpSpPr>
        <p:grpSpPr>
          <a:xfrm flipH="1">
            <a:off x="8520816" y="3020846"/>
            <a:ext cx="98100" cy="107593"/>
            <a:chOff x="298495" y="3020846"/>
            <a:chExt cx="98100" cy="107593"/>
          </a:xfrm>
        </p:grpSpPr>
        <p:sp>
          <p:nvSpPr>
            <p:cNvPr id="3479" name="Google Shape;3479;p18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18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1" name="Google Shape;3481;p18"/>
          <p:cNvGrpSpPr/>
          <p:nvPr/>
        </p:nvGrpSpPr>
        <p:grpSpPr>
          <a:xfrm flipH="1">
            <a:off x="8782710" y="1980682"/>
            <a:ext cx="134691" cy="140500"/>
            <a:chOff x="10" y="1980682"/>
            <a:chExt cx="134691" cy="140500"/>
          </a:xfrm>
        </p:grpSpPr>
        <p:sp>
          <p:nvSpPr>
            <p:cNvPr id="3482" name="Google Shape;3482;p18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18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4" name="Google Shape;3484;p18"/>
          <p:cNvGrpSpPr/>
          <p:nvPr/>
        </p:nvGrpSpPr>
        <p:grpSpPr>
          <a:xfrm flipH="1">
            <a:off x="602060" y="3700657"/>
            <a:ext cx="134691" cy="140500"/>
            <a:chOff x="8180660" y="3700657"/>
            <a:chExt cx="134691" cy="140500"/>
          </a:xfrm>
        </p:grpSpPr>
        <p:sp>
          <p:nvSpPr>
            <p:cNvPr id="3485" name="Google Shape;3485;p18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18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7" name="Google Shape;3487;p18"/>
          <p:cNvGrpSpPr/>
          <p:nvPr/>
        </p:nvGrpSpPr>
        <p:grpSpPr>
          <a:xfrm flipH="1">
            <a:off x="10" y="3004407"/>
            <a:ext cx="134691" cy="140500"/>
            <a:chOff x="8782710" y="3004407"/>
            <a:chExt cx="134691" cy="140500"/>
          </a:xfrm>
        </p:grpSpPr>
        <p:sp>
          <p:nvSpPr>
            <p:cNvPr id="3488" name="Google Shape;3488;p18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18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0" name="Google Shape;3490;p18"/>
          <p:cNvGrpSpPr/>
          <p:nvPr/>
        </p:nvGrpSpPr>
        <p:grpSpPr>
          <a:xfrm flipH="1">
            <a:off x="8862492" y="4542259"/>
            <a:ext cx="139069" cy="132484"/>
            <a:chOff x="7193976" y="1915322"/>
            <a:chExt cx="139069" cy="132484"/>
          </a:xfrm>
        </p:grpSpPr>
        <p:sp>
          <p:nvSpPr>
            <p:cNvPr id="3491" name="Google Shape;3491;p18"/>
            <p:cNvSpPr/>
            <p:nvPr/>
          </p:nvSpPr>
          <p:spPr>
            <a:xfrm rot="1036744">
              <a:off x="7206779" y="19298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18"/>
            <p:cNvSpPr/>
            <p:nvPr/>
          </p:nvSpPr>
          <p:spPr>
            <a:xfrm>
              <a:off x="7247480" y="1965520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68" y="2335"/>
                    <a:pt x="1" y="1768"/>
                    <a:pt x="1" y="1168"/>
                  </a:cubicBezTo>
                  <a:cubicBezTo>
                    <a:pt x="1" y="534"/>
                    <a:pt x="568" y="0"/>
                    <a:pt x="1168" y="0"/>
                  </a:cubicBezTo>
                  <a:cubicBezTo>
                    <a:pt x="1835" y="0"/>
                    <a:pt x="2336" y="467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3" name="Google Shape;3493;p18"/>
          <p:cNvGrpSpPr/>
          <p:nvPr/>
        </p:nvGrpSpPr>
        <p:grpSpPr>
          <a:xfrm flipH="1">
            <a:off x="1990417" y="360297"/>
            <a:ext cx="139069" cy="132484"/>
            <a:chOff x="6787926" y="360297"/>
            <a:chExt cx="139069" cy="132484"/>
          </a:xfrm>
        </p:grpSpPr>
        <p:sp>
          <p:nvSpPr>
            <p:cNvPr id="3494" name="Google Shape;3494;p18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18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6" name="Google Shape;3496;p18"/>
          <p:cNvGrpSpPr/>
          <p:nvPr/>
        </p:nvGrpSpPr>
        <p:grpSpPr>
          <a:xfrm flipH="1">
            <a:off x="5724785" y="4334807"/>
            <a:ext cx="134691" cy="140500"/>
            <a:chOff x="3516385" y="421707"/>
            <a:chExt cx="134691" cy="140500"/>
          </a:xfrm>
        </p:grpSpPr>
        <p:sp>
          <p:nvSpPr>
            <p:cNvPr id="3497" name="Google Shape;3497;p18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18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9" name="Google Shape;3499;p18"/>
          <p:cNvGrpSpPr/>
          <p:nvPr/>
        </p:nvGrpSpPr>
        <p:grpSpPr>
          <a:xfrm flipH="1">
            <a:off x="666041" y="750558"/>
            <a:ext cx="98100" cy="107593"/>
            <a:chOff x="7449370" y="2691508"/>
            <a:chExt cx="98100" cy="107593"/>
          </a:xfrm>
        </p:grpSpPr>
        <p:sp>
          <p:nvSpPr>
            <p:cNvPr id="3500" name="Google Shape;3500;p18"/>
            <p:cNvSpPr/>
            <p:nvPr/>
          </p:nvSpPr>
          <p:spPr>
            <a:xfrm rot="5400000">
              <a:off x="7444624" y="26962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18"/>
            <p:cNvSpPr/>
            <p:nvPr/>
          </p:nvSpPr>
          <p:spPr>
            <a:xfrm>
              <a:off x="7449379" y="27292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02" name="Google Shape;3502;p18"/>
          <p:cNvGrpSpPr/>
          <p:nvPr/>
        </p:nvGrpSpPr>
        <p:grpSpPr>
          <a:xfrm flipH="1">
            <a:off x="1174698" y="4524632"/>
            <a:ext cx="134691" cy="140500"/>
            <a:chOff x="7608023" y="4524632"/>
            <a:chExt cx="134691" cy="140500"/>
          </a:xfrm>
        </p:grpSpPr>
        <p:sp>
          <p:nvSpPr>
            <p:cNvPr id="3503" name="Google Shape;3503;p18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18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">
    <p:spTree>
      <p:nvGrpSpPr>
        <p:cNvPr id="3505" name="Shape 3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6" name="Google Shape;3506;p19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3507" name="Google Shape;3507;p19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3508" name="Google Shape;3508;p19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9" name="Google Shape;3509;p19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0" name="Google Shape;3510;p19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1" name="Google Shape;3511;p19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2" name="Google Shape;3512;p19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3" name="Google Shape;3513;p19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14" name="Google Shape;3514;p19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3515" name="Google Shape;3515;p19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6" name="Google Shape;3516;p19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7" name="Google Shape;3517;p19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8" name="Google Shape;3518;p19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9" name="Google Shape;3519;p19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0" name="Google Shape;3520;p19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1" name="Google Shape;3521;p19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22" name="Google Shape;3522;p19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3523" name="Google Shape;3523;p19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4" name="Google Shape;3524;p19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5" name="Google Shape;3525;p19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6" name="Google Shape;3526;p19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7" name="Google Shape;3527;p19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8" name="Google Shape;3528;p19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29" name="Google Shape;3529;p19"/>
          <p:cNvSpPr txBox="1"/>
          <p:nvPr>
            <p:ph idx="1" type="subTitle"/>
          </p:nvPr>
        </p:nvSpPr>
        <p:spPr>
          <a:xfrm>
            <a:off x="1866350" y="3552272"/>
            <a:ext cx="2226600" cy="188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3530" name="Google Shape;3530;p19"/>
          <p:cNvSpPr txBox="1"/>
          <p:nvPr>
            <p:ph idx="2" type="subTitle"/>
          </p:nvPr>
        </p:nvSpPr>
        <p:spPr>
          <a:xfrm>
            <a:off x="5051050" y="3552272"/>
            <a:ext cx="2226600" cy="188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000"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Font typeface="Permanent Marker"/>
              <a:buNone/>
              <a:defRPr sz="2500"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3531" name="Google Shape;3531;p19"/>
          <p:cNvSpPr txBox="1"/>
          <p:nvPr>
            <p:ph idx="3" type="subTitle"/>
          </p:nvPr>
        </p:nvSpPr>
        <p:spPr>
          <a:xfrm>
            <a:off x="1863419" y="3905825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2" name="Google Shape;3532;p19"/>
          <p:cNvSpPr txBox="1"/>
          <p:nvPr>
            <p:ph idx="4" type="subTitle"/>
          </p:nvPr>
        </p:nvSpPr>
        <p:spPr>
          <a:xfrm>
            <a:off x="5048119" y="3905825"/>
            <a:ext cx="2226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3" name="Google Shape;3533;p19"/>
          <p:cNvSpPr txBox="1"/>
          <p:nvPr>
            <p:ph hasCustomPrompt="1" type="title"/>
          </p:nvPr>
        </p:nvSpPr>
        <p:spPr>
          <a:xfrm>
            <a:off x="5425369" y="1889607"/>
            <a:ext cx="1472100" cy="79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>
            <a:r>
              <a:t>xx%</a:t>
            </a:r>
          </a:p>
        </p:txBody>
      </p:sp>
      <p:sp>
        <p:nvSpPr>
          <p:cNvPr id="3534" name="Google Shape;3534;p19"/>
          <p:cNvSpPr txBox="1"/>
          <p:nvPr>
            <p:ph hasCustomPrompt="1" idx="5" type="title"/>
          </p:nvPr>
        </p:nvSpPr>
        <p:spPr>
          <a:xfrm>
            <a:off x="2242319" y="1889607"/>
            <a:ext cx="1468800" cy="79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>
            <a:r>
              <a:t>xx%</a:t>
            </a:r>
          </a:p>
        </p:txBody>
      </p:sp>
      <p:sp>
        <p:nvSpPr>
          <p:cNvPr id="3535" name="Google Shape;3535;p19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536" name="Google Shape;3536;p19"/>
          <p:cNvGrpSpPr/>
          <p:nvPr/>
        </p:nvGrpSpPr>
        <p:grpSpPr>
          <a:xfrm flipH="1">
            <a:off x="647751" y="4658293"/>
            <a:ext cx="134691" cy="140500"/>
            <a:chOff x="5391935" y="668507"/>
            <a:chExt cx="134691" cy="140500"/>
          </a:xfrm>
        </p:grpSpPr>
        <p:sp>
          <p:nvSpPr>
            <p:cNvPr id="3537" name="Google Shape;3537;p19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19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9" name="Google Shape;3539;p19"/>
          <p:cNvGrpSpPr/>
          <p:nvPr/>
        </p:nvGrpSpPr>
        <p:grpSpPr>
          <a:xfrm flipH="1">
            <a:off x="8847006" y="617957"/>
            <a:ext cx="98100" cy="107593"/>
            <a:chOff x="151270" y="809008"/>
            <a:chExt cx="98100" cy="107593"/>
          </a:xfrm>
        </p:grpSpPr>
        <p:sp>
          <p:nvSpPr>
            <p:cNvPr id="3540" name="Google Shape;3540;p19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19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2" name="Google Shape;3542;p19"/>
          <p:cNvGrpSpPr/>
          <p:nvPr/>
        </p:nvGrpSpPr>
        <p:grpSpPr>
          <a:xfrm flipH="1">
            <a:off x="8847001" y="2945993"/>
            <a:ext cx="134691" cy="140500"/>
            <a:chOff x="10" y="1980682"/>
            <a:chExt cx="134691" cy="140500"/>
          </a:xfrm>
        </p:grpSpPr>
        <p:sp>
          <p:nvSpPr>
            <p:cNvPr id="3543" name="Google Shape;3543;p19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19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5" name="Google Shape;3545;p19"/>
          <p:cNvGrpSpPr/>
          <p:nvPr/>
        </p:nvGrpSpPr>
        <p:grpSpPr>
          <a:xfrm flipH="1">
            <a:off x="8844820" y="4281258"/>
            <a:ext cx="139069" cy="132484"/>
            <a:chOff x="925663" y="2413659"/>
            <a:chExt cx="139069" cy="132484"/>
          </a:xfrm>
        </p:grpSpPr>
        <p:sp>
          <p:nvSpPr>
            <p:cNvPr id="3546" name="Google Shape;3546;p19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19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8" name="Google Shape;3548;p19"/>
          <p:cNvGrpSpPr/>
          <p:nvPr/>
        </p:nvGrpSpPr>
        <p:grpSpPr>
          <a:xfrm flipH="1">
            <a:off x="8289301" y="725556"/>
            <a:ext cx="134691" cy="140500"/>
            <a:chOff x="8180660" y="3700657"/>
            <a:chExt cx="134691" cy="140500"/>
          </a:xfrm>
        </p:grpSpPr>
        <p:sp>
          <p:nvSpPr>
            <p:cNvPr id="3549" name="Google Shape;3549;p19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19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1" name="Google Shape;3551;p19"/>
          <p:cNvGrpSpPr/>
          <p:nvPr/>
        </p:nvGrpSpPr>
        <p:grpSpPr>
          <a:xfrm flipH="1">
            <a:off x="552776" y="695981"/>
            <a:ext cx="134691" cy="140500"/>
            <a:chOff x="8782710" y="3004407"/>
            <a:chExt cx="134691" cy="140500"/>
          </a:xfrm>
        </p:grpSpPr>
        <p:sp>
          <p:nvSpPr>
            <p:cNvPr id="3552" name="Google Shape;3552;p19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19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4" name="Google Shape;3554;p19"/>
          <p:cNvGrpSpPr/>
          <p:nvPr/>
        </p:nvGrpSpPr>
        <p:grpSpPr>
          <a:xfrm flipH="1">
            <a:off x="187995" y="1894583"/>
            <a:ext cx="139069" cy="132484"/>
            <a:chOff x="6787926" y="360297"/>
            <a:chExt cx="139069" cy="132484"/>
          </a:xfrm>
        </p:grpSpPr>
        <p:sp>
          <p:nvSpPr>
            <p:cNvPr id="3555" name="Google Shape;3555;p19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19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7" name="Google Shape;3557;p19"/>
          <p:cNvGrpSpPr/>
          <p:nvPr/>
        </p:nvGrpSpPr>
        <p:grpSpPr>
          <a:xfrm flipH="1">
            <a:off x="275301" y="3724406"/>
            <a:ext cx="134691" cy="140500"/>
            <a:chOff x="3516385" y="421707"/>
            <a:chExt cx="134691" cy="140500"/>
          </a:xfrm>
        </p:grpSpPr>
        <p:sp>
          <p:nvSpPr>
            <p:cNvPr id="3558" name="Google Shape;3558;p19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19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0" name="Google Shape;3560;p19"/>
          <p:cNvGrpSpPr/>
          <p:nvPr/>
        </p:nvGrpSpPr>
        <p:grpSpPr>
          <a:xfrm flipH="1">
            <a:off x="140613" y="2805493"/>
            <a:ext cx="134691" cy="140500"/>
            <a:chOff x="7608023" y="4524632"/>
            <a:chExt cx="134691" cy="140500"/>
          </a:xfrm>
        </p:grpSpPr>
        <p:sp>
          <p:nvSpPr>
            <p:cNvPr id="3561" name="Google Shape;3561;p19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19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3" name="Google Shape;3563;p19"/>
          <p:cNvGrpSpPr/>
          <p:nvPr/>
        </p:nvGrpSpPr>
        <p:grpSpPr>
          <a:xfrm flipH="1">
            <a:off x="8909945" y="1592621"/>
            <a:ext cx="139069" cy="132484"/>
            <a:chOff x="6974538" y="4344709"/>
            <a:chExt cx="139069" cy="132484"/>
          </a:xfrm>
        </p:grpSpPr>
        <p:sp>
          <p:nvSpPr>
            <p:cNvPr id="3564" name="Google Shape;3564;p19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19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66" name="Google Shape;3566;p19"/>
          <p:cNvGrpSpPr/>
          <p:nvPr/>
        </p:nvGrpSpPr>
        <p:grpSpPr>
          <a:xfrm flipH="1" rot="10800000">
            <a:off x="-175725" y="166713"/>
            <a:ext cx="9504988" cy="86625"/>
            <a:chOff x="-180675" y="4763425"/>
            <a:chExt cx="9504988" cy="86625"/>
          </a:xfrm>
        </p:grpSpPr>
        <p:sp>
          <p:nvSpPr>
            <p:cNvPr id="3567" name="Google Shape;3567;p19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68" name="Google Shape;3568;p19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3569" name="Google Shape;3569;p19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0" name="Google Shape;3570;p19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1" name="Google Shape;3571;p19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2" name="Google Shape;3572;p19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3" name="Google Shape;3573;p19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4" name="Google Shape;3574;p19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5" name="Google Shape;3575;p19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6" name="Google Shape;3576;p19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7" name="Google Shape;3577;p19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8" name="Google Shape;3578;p19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9" name="Google Shape;3579;p19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0" name="Google Shape;3580;p19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1" name="Google Shape;3581;p19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2" name="Google Shape;3582;p19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83" name="Google Shape;3583;p19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3584" name="Google Shape;3584;p19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5" name="Google Shape;3585;p19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6" name="Google Shape;3586;p19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7" name="Google Shape;3587;p19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8" name="Google Shape;3588;p19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9" name="Google Shape;3589;p19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0" name="Google Shape;3590;p19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1" name="Google Shape;3591;p19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2" name="Google Shape;3592;p19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3" name="Google Shape;3593;p19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4" name="Google Shape;3594;p19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5" name="Google Shape;3595;p19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6" name="Google Shape;3596;p19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7" name="Google Shape;3597;p19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8" name="Google Shape;3598;p19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3599" name="Google Shape;3599;p19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0" name="Google Shape;3600;p19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1" name="Google Shape;3601;p19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2" name="Google Shape;3602;p19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3" name="Google Shape;3603;p19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4" name="Google Shape;3604;p19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5" name="Google Shape;3605;p19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6" name="Google Shape;3606;p19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7" name="Google Shape;3607;p19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8" name="Google Shape;3608;p19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9" name="Google Shape;3609;p19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0" name="Google Shape;3610;p19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1" name="Google Shape;3611;p19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2" name="Google Shape;3612;p19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3" name="Google Shape;3613;p19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3614" name="Google Shape;3614;p19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5" name="Google Shape;3615;p19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6" name="Google Shape;3616;p19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7" name="Google Shape;3617;p19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8" name="Google Shape;3618;p19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9" name="Google Shape;3619;p19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0" name="Google Shape;3620;p19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1" name="Google Shape;3621;p19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2" name="Google Shape;3622;p19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3" name="Google Shape;3623;p19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4" name="Google Shape;3624;p19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5" name="Google Shape;3625;p19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6" name="Google Shape;3626;p19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7" name="Google Shape;3627;p19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28" name="Google Shape;3628;p19"/>
          <p:cNvGrpSpPr/>
          <p:nvPr/>
        </p:nvGrpSpPr>
        <p:grpSpPr>
          <a:xfrm flipH="1" rot="10800000">
            <a:off x="-290562" y="4866388"/>
            <a:ext cx="9932525" cy="101238"/>
            <a:chOff x="-871025" y="2187363"/>
            <a:chExt cx="9932525" cy="101238"/>
          </a:xfrm>
        </p:grpSpPr>
        <p:sp>
          <p:nvSpPr>
            <p:cNvPr id="3629" name="Google Shape;3629;p19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30" name="Google Shape;3630;p19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3631" name="Google Shape;3631;p19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2" name="Google Shape;3632;p19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3" name="Google Shape;3633;p19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4" name="Google Shape;3634;p19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5" name="Google Shape;3635;p19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6" name="Google Shape;3636;p19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7" name="Google Shape;3637;p19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8" name="Google Shape;3638;p19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9" name="Google Shape;3639;p19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0" name="Google Shape;3640;p19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1" name="Google Shape;3641;p19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42" name="Google Shape;3642;p19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3643" name="Google Shape;3643;p19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4" name="Google Shape;3644;p19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5" name="Google Shape;3645;p19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6" name="Google Shape;3646;p19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7" name="Google Shape;3647;p19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8" name="Google Shape;3648;p19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9" name="Google Shape;3649;p19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0" name="Google Shape;3650;p19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1" name="Google Shape;3651;p19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2" name="Google Shape;3652;p19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3" name="Google Shape;3653;p19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54" name="Google Shape;3654;p19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3655" name="Google Shape;3655;p19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6" name="Google Shape;3656;p19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7" name="Google Shape;3657;p19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8" name="Google Shape;3658;p19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9" name="Google Shape;3659;p19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0" name="Google Shape;3660;p19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1" name="Google Shape;3661;p19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2" name="Google Shape;3662;p19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3" name="Google Shape;3663;p19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4" name="Google Shape;3664;p19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5" name="Google Shape;3665;p19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66" name="Google Shape;3666;p19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3667" name="Google Shape;3667;p19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8" name="Google Shape;3668;p19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9" name="Google Shape;3669;p19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0" name="Google Shape;3670;p19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1" name="Google Shape;3671;p19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2" name="Google Shape;3672;p19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3" name="Google Shape;3673;p19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4" name="Google Shape;3674;p19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5" name="Google Shape;3675;p19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6" name="Google Shape;3676;p19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7" name="Google Shape;3677;p19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78" name="Google Shape;3678;p19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3679" name="Google Shape;3679;p19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0" name="Google Shape;3680;p19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1" name="Google Shape;3681;p19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2" name="Google Shape;3682;p19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3" name="Google Shape;3683;p19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4" name="Google Shape;3684;p19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5" name="Google Shape;3685;p19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6" name="Google Shape;3686;p19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7" name="Google Shape;3687;p19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8" name="Google Shape;3688;p19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9" name="Google Shape;3689;p19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90" name="Google Shape;3690;p19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3691" name="Google Shape;3691;p19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2" name="Google Shape;3692;p19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3" name="Google Shape;3693;p19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4" name="Google Shape;3694;p19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5" name="Google Shape;3695;p19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6" name="Google Shape;3696;p19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7" name="Google Shape;3697;p19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8" name="Google Shape;3698;p19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9" name="Google Shape;3699;p19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0" name="Google Shape;3700;p19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1" name="Google Shape;3701;p19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">
    <p:spTree>
      <p:nvGrpSpPr>
        <p:cNvPr id="3702" name="Shape 3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3" name="Google Shape;3703;p20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3704" name="Google Shape;3704;p20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3705" name="Google Shape;3705;p20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6" name="Google Shape;3706;p20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7" name="Google Shape;3707;p20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8" name="Google Shape;3708;p20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9" name="Google Shape;3709;p20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0" name="Google Shape;3710;p20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11" name="Google Shape;3711;p20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3712" name="Google Shape;3712;p20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3" name="Google Shape;3713;p20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4" name="Google Shape;3714;p20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5" name="Google Shape;3715;p20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6" name="Google Shape;3716;p20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7" name="Google Shape;3717;p20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8" name="Google Shape;3718;p20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19" name="Google Shape;3719;p20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3720" name="Google Shape;3720;p20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1" name="Google Shape;3721;p20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2" name="Google Shape;3722;p20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3" name="Google Shape;3723;p20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4" name="Google Shape;3724;p20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5" name="Google Shape;3725;p20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26" name="Google Shape;3726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727" name="Google Shape;3727;p20"/>
          <p:cNvGrpSpPr/>
          <p:nvPr/>
        </p:nvGrpSpPr>
        <p:grpSpPr>
          <a:xfrm flipH="1">
            <a:off x="-451050" y="4873688"/>
            <a:ext cx="9932525" cy="101238"/>
            <a:chOff x="-871025" y="2187363"/>
            <a:chExt cx="9932525" cy="101238"/>
          </a:xfrm>
        </p:grpSpPr>
        <p:sp>
          <p:nvSpPr>
            <p:cNvPr id="3728" name="Google Shape;3728;p20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9" name="Google Shape;3729;p20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3730" name="Google Shape;3730;p20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1" name="Google Shape;3731;p20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2" name="Google Shape;3732;p20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3" name="Google Shape;3733;p20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4" name="Google Shape;3734;p20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5" name="Google Shape;3735;p20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6" name="Google Shape;3736;p20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7" name="Google Shape;3737;p20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8" name="Google Shape;3738;p20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9" name="Google Shape;3739;p20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0" name="Google Shape;3740;p20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41" name="Google Shape;3741;p20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3742" name="Google Shape;3742;p20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3" name="Google Shape;3743;p20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4" name="Google Shape;3744;p20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5" name="Google Shape;3745;p20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6" name="Google Shape;3746;p20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7" name="Google Shape;3747;p20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8" name="Google Shape;3748;p20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9" name="Google Shape;3749;p20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0" name="Google Shape;3750;p20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1" name="Google Shape;3751;p20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2" name="Google Shape;3752;p20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53" name="Google Shape;3753;p20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3754" name="Google Shape;3754;p20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5" name="Google Shape;3755;p20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6" name="Google Shape;3756;p20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7" name="Google Shape;3757;p20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8" name="Google Shape;3758;p20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9" name="Google Shape;3759;p20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0" name="Google Shape;3760;p20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1" name="Google Shape;3761;p20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2" name="Google Shape;3762;p20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3" name="Google Shape;3763;p20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4" name="Google Shape;3764;p20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65" name="Google Shape;3765;p20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3766" name="Google Shape;3766;p20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7" name="Google Shape;3767;p20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8" name="Google Shape;3768;p20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9" name="Google Shape;3769;p20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0" name="Google Shape;3770;p20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1" name="Google Shape;3771;p20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2" name="Google Shape;3772;p20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3" name="Google Shape;3773;p20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4" name="Google Shape;3774;p20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5" name="Google Shape;3775;p20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6" name="Google Shape;3776;p20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77" name="Google Shape;3777;p20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3778" name="Google Shape;3778;p20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9" name="Google Shape;3779;p20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0" name="Google Shape;3780;p20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1" name="Google Shape;3781;p20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2" name="Google Shape;3782;p20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3" name="Google Shape;3783;p20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4" name="Google Shape;3784;p20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5" name="Google Shape;3785;p20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6" name="Google Shape;3786;p20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7" name="Google Shape;3787;p20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8" name="Google Shape;3788;p20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89" name="Google Shape;3789;p20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3790" name="Google Shape;3790;p20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1" name="Google Shape;3791;p20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2" name="Google Shape;3792;p20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3" name="Google Shape;3793;p20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4" name="Google Shape;3794;p20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5" name="Google Shape;3795;p20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6" name="Google Shape;3796;p20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7" name="Google Shape;3797;p20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8" name="Google Shape;3798;p20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9" name="Google Shape;3799;p20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0" name="Google Shape;3800;p20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01" name="Google Shape;3801;p20"/>
          <p:cNvGrpSpPr/>
          <p:nvPr/>
        </p:nvGrpSpPr>
        <p:grpSpPr>
          <a:xfrm>
            <a:off x="-334925" y="166725"/>
            <a:ext cx="10718550" cy="117400"/>
            <a:chOff x="-295125" y="5026100"/>
            <a:chExt cx="10718550" cy="117400"/>
          </a:xfrm>
        </p:grpSpPr>
        <p:sp>
          <p:nvSpPr>
            <p:cNvPr id="3802" name="Google Shape;3802;p20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03" name="Google Shape;3803;p20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3804" name="Google Shape;3804;p20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3805" name="Google Shape;3805;p20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6" name="Google Shape;3806;p20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7" name="Google Shape;3807;p20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8" name="Google Shape;3808;p20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9" name="Google Shape;3809;p20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0" name="Google Shape;3810;p20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1" name="Google Shape;3811;p20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2" name="Google Shape;3812;p20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3" name="Google Shape;3813;p20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4" name="Google Shape;3814;p20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5" name="Google Shape;3815;p20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6" name="Google Shape;3816;p20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7" name="Google Shape;3817;p20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8" name="Google Shape;3818;p20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19" name="Google Shape;3819;p20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3820" name="Google Shape;3820;p20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1" name="Google Shape;3821;p20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2" name="Google Shape;3822;p20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3" name="Google Shape;3823;p20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4" name="Google Shape;3824;p20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5" name="Google Shape;3825;p20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6" name="Google Shape;3826;p20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7" name="Google Shape;3827;p20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8" name="Google Shape;3828;p20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9" name="Google Shape;3829;p20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0" name="Google Shape;3830;p20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1" name="Google Shape;3831;p20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2" name="Google Shape;3832;p20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3" name="Google Shape;3833;p20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34" name="Google Shape;3834;p20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3835" name="Google Shape;3835;p20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3836" name="Google Shape;3836;p20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7" name="Google Shape;3837;p20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8" name="Google Shape;3838;p20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9" name="Google Shape;3839;p20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0" name="Google Shape;3840;p20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1" name="Google Shape;3841;p20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2" name="Google Shape;3842;p20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3" name="Google Shape;3843;p20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4" name="Google Shape;3844;p20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5" name="Google Shape;3845;p20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6" name="Google Shape;3846;p20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7" name="Google Shape;3847;p20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8" name="Google Shape;3848;p20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9" name="Google Shape;3849;p20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50" name="Google Shape;3850;p20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3851" name="Google Shape;3851;p20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2" name="Google Shape;3852;p20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3" name="Google Shape;3853;p20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4" name="Google Shape;3854;p20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5" name="Google Shape;3855;p20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6" name="Google Shape;3856;p20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7" name="Google Shape;3857;p20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8" name="Google Shape;3858;p20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9" name="Google Shape;3859;p20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0" name="Google Shape;3860;p20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1" name="Google Shape;3861;p20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2" name="Google Shape;3862;p20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3" name="Google Shape;3863;p20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4" name="Google Shape;3864;p20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65" name="Google Shape;3865;p20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3866" name="Google Shape;3866;p20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3867" name="Google Shape;3867;p20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8" name="Google Shape;3868;p20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9" name="Google Shape;3869;p20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0" name="Google Shape;3870;p20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1" name="Google Shape;3871;p20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2" name="Google Shape;3872;p20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3" name="Google Shape;3873;p20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4" name="Google Shape;3874;p20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5" name="Google Shape;3875;p20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6" name="Google Shape;3876;p20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7" name="Google Shape;3877;p20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8" name="Google Shape;3878;p20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9" name="Google Shape;3879;p20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0" name="Google Shape;3880;p20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81" name="Google Shape;3881;p20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3882" name="Google Shape;3882;p20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3" name="Google Shape;3883;p20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4" name="Google Shape;3884;p20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5" name="Google Shape;3885;p20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6" name="Google Shape;3886;p20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7" name="Google Shape;3887;p20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8" name="Google Shape;3888;p20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9" name="Google Shape;3889;p20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0" name="Google Shape;3890;p20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1" name="Google Shape;3891;p20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2" name="Google Shape;3892;p20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3" name="Google Shape;3893;p20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4" name="Google Shape;3894;p20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5" name="Google Shape;3895;p20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96" name="Google Shape;3896;p20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3897" name="Google Shape;3897;p20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8" name="Google Shape;3898;p20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9" name="Google Shape;3899;p20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0" name="Google Shape;3900;p20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1" name="Google Shape;3901;p20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2" name="Google Shape;3902;p20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3" name="Google Shape;3903;p20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4" name="Google Shape;3904;p20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5" name="Google Shape;3905;p20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6" name="Google Shape;3906;p20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7" name="Google Shape;3907;p20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8" name="Google Shape;3908;p20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9" name="Google Shape;3909;p20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0" name="Google Shape;3910;p20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11" name="Google Shape;3911;p20"/>
          <p:cNvGrpSpPr/>
          <p:nvPr/>
        </p:nvGrpSpPr>
        <p:grpSpPr>
          <a:xfrm>
            <a:off x="8154385" y="4608494"/>
            <a:ext cx="134691" cy="140500"/>
            <a:chOff x="5391935" y="668507"/>
            <a:chExt cx="134691" cy="140500"/>
          </a:xfrm>
        </p:grpSpPr>
        <p:sp>
          <p:nvSpPr>
            <p:cNvPr id="3912" name="Google Shape;3912;p20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20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4" name="Google Shape;3914;p20"/>
          <p:cNvGrpSpPr/>
          <p:nvPr/>
        </p:nvGrpSpPr>
        <p:grpSpPr>
          <a:xfrm>
            <a:off x="244520" y="704833"/>
            <a:ext cx="98100" cy="107593"/>
            <a:chOff x="151270" y="809008"/>
            <a:chExt cx="98100" cy="107593"/>
          </a:xfrm>
        </p:grpSpPr>
        <p:sp>
          <p:nvSpPr>
            <p:cNvPr id="3915" name="Google Shape;3915;p20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6" name="Google Shape;3916;p20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7" name="Google Shape;3917;p20"/>
          <p:cNvGrpSpPr/>
          <p:nvPr/>
        </p:nvGrpSpPr>
        <p:grpSpPr>
          <a:xfrm>
            <a:off x="2908251" y="4608497"/>
            <a:ext cx="139069" cy="132484"/>
            <a:chOff x="2908251" y="4753922"/>
            <a:chExt cx="139069" cy="132484"/>
          </a:xfrm>
        </p:grpSpPr>
        <p:sp>
          <p:nvSpPr>
            <p:cNvPr id="3918" name="Google Shape;3918;p20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20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0" name="Google Shape;3920;p20"/>
          <p:cNvGrpSpPr/>
          <p:nvPr/>
        </p:nvGrpSpPr>
        <p:grpSpPr>
          <a:xfrm>
            <a:off x="125945" y="3207346"/>
            <a:ext cx="98100" cy="107593"/>
            <a:chOff x="298495" y="3020846"/>
            <a:chExt cx="98100" cy="107593"/>
          </a:xfrm>
        </p:grpSpPr>
        <p:sp>
          <p:nvSpPr>
            <p:cNvPr id="3921" name="Google Shape;3921;p20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20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3" name="Google Shape;3923;p20"/>
          <p:cNvGrpSpPr/>
          <p:nvPr/>
        </p:nvGrpSpPr>
        <p:grpSpPr>
          <a:xfrm>
            <a:off x="783810" y="394494"/>
            <a:ext cx="134691" cy="140500"/>
            <a:chOff x="10" y="1980682"/>
            <a:chExt cx="134691" cy="140500"/>
          </a:xfrm>
        </p:grpSpPr>
        <p:sp>
          <p:nvSpPr>
            <p:cNvPr id="3924" name="Google Shape;3924;p20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20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6" name="Google Shape;3926;p20"/>
          <p:cNvGrpSpPr/>
          <p:nvPr/>
        </p:nvGrpSpPr>
        <p:grpSpPr>
          <a:xfrm>
            <a:off x="279663" y="4666309"/>
            <a:ext cx="139069" cy="132484"/>
            <a:chOff x="925663" y="2413659"/>
            <a:chExt cx="139069" cy="132484"/>
          </a:xfrm>
        </p:grpSpPr>
        <p:sp>
          <p:nvSpPr>
            <p:cNvPr id="3927" name="Google Shape;3927;p20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20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9" name="Google Shape;3929;p20"/>
          <p:cNvGrpSpPr/>
          <p:nvPr/>
        </p:nvGrpSpPr>
        <p:grpSpPr>
          <a:xfrm>
            <a:off x="8730060" y="2888832"/>
            <a:ext cx="134691" cy="140500"/>
            <a:chOff x="8180660" y="3700657"/>
            <a:chExt cx="134691" cy="140500"/>
          </a:xfrm>
        </p:grpSpPr>
        <p:sp>
          <p:nvSpPr>
            <p:cNvPr id="3930" name="Google Shape;3930;p20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20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2" name="Google Shape;3932;p20"/>
          <p:cNvGrpSpPr/>
          <p:nvPr/>
        </p:nvGrpSpPr>
        <p:grpSpPr>
          <a:xfrm>
            <a:off x="8831410" y="1110557"/>
            <a:ext cx="134691" cy="140500"/>
            <a:chOff x="8782710" y="3004407"/>
            <a:chExt cx="134691" cy="140500"/>
          </a:xfrm>
        </p:grpSpPr>
        <p:sp>
          <p:nvSpPr>
            <p:cNvPr id="3933" name="Google Shape;3933;p20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20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5" name="Google Shape;3935;p20"/>
          <p:cNvGrpSpPr/>
          <p:nvPr/>
        </p:nvGrpSpPr>
        <p:grpSpPr>
          <a:xfrm>
            <a:off x="8862563" y="1981459"/>
            <a:ext cx="139069" cy="132484"/>
            <a:chOff x="6787926" y="360297"/>
            <a:chExt cx="139069" cy="132484"/>
          </a:xfrm>
        </p:grpSpPr>
        <p:sp>
          <p:nvSpPr>
            <p:cNvPr id="3936" name="Google Shape;3936;p20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20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8" name="Google Shape;3938;p20"/>
          <p:cNvGrpSpPr/>
          <p:nvPr/>
        </p:nvGrpSpPr>
        <p:grpSpPr>
          <a:xfrm>
            <a:off x="8779635" y="3811282"/>
            <a:ext cx="134691" cy="140500"/>
            <a:chOff x="3516385" y="421707"/>
            <a:chExt cx="134691" cy="140500"/>
          </a:xfrm>
        </p:grpSpPr>
        <p:sp>
          <p:nvSpPr>
            <p:cNvPr id="3939" name="Google Shape;3939;p20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20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41" name="Google Shape;3941;p20"/>
          <p:cNvGrpSpPr/>
          <p:nvPr/>
        </p:nvGrpSpPr>
        <p:grpSpPr>
          <a:xfrm>
            <a:off x="5982398" y="304532"/>
            <a:ext cx="134691" cy="140500"/>
            <a:chOff x="7608023" y="4524632"/>
            <a:chExt cx="134691" cy="140500"/>
          </a:xfrm>
        </p:grpSpPr>
        <p:sp>
          <p:nvSpPr>
            <p:cNvPr id="3942" name="Google Shape;3942;p20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20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44" name="Google Shape;3944;p20"/>
          <p:cNvGrpSpPr/>
          <p:nvPr/>
        </p:nvGrpSpPr>
        <p:grpSpPr>
          <a:xfrm>
            <a:off x="140613" y="1679497"/>
            <a:ext cx="139069" cy="132484"/>
            <a:chOff x="6974538" y="4344709"/>
            <a:chExt cx="139069" cy="132484"/>
          </a:xfrm>
        </p:grpSpPr>
        <p:sp>
          <p:nvSpPr>
            <p:cNvPr id="3945" name="Google Shape;3945;p20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20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47" name="Google Shape;3947;p20"/>
          <p:cNvGrpSpPr/>
          <p:nvPr/>
        </p:nvGrpSpPr>
        <p:grpSpPr>
          <a:xfrm>
            <a:off x="8428898" y="394507"/>
            <a:ext cx="134691" cy="140500"/>
            <a:chOff x="1062773" y="3863207"/>
            <a:chExt cx="134691" cy="140500"/>
          </a:xfrm>
        </p:grpSpPr>
        <p:sp>
          <p:nvSpPr>
            <p:cNvPr id="3948" name="Google Shape;3948;p20"/>
            <p:cNvSpPr/>
            <p:nvPr/>
          </p:nvSpPr>
          <p:spPr>
            <a:xfrm rot="6625235">
              <a:off x="1074155" y="38824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20"/>
            <p:cNvSpPr/>
            <p:nvPr/>
          </p:nvSpPr>
          <p:spPr>
            <a:xfrm>
              <a:off x="1128169" y="3908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4">
    <p:spTree>
      <p:nvGrpSpPr>
        <p:cNvPr id="3950" name="Shape 3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1" name="Google Shape;3951;p21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3952" name="Google Shape;3952;p21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3953" name="Google Shape;3953;p21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4" name="Google Shape;3954;p21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5" name="Google Shape;3955;p21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6" name="Google Shape;3956;p21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7" name="Google Shape;3957;p21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8" name="Google Shape;3958;p21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9" name="Google Shape;3959;p21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3960" name="Google Shape;3960;p21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1" name="Google Shape;3961;p21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2" name="Google Shape;3962;p21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3" name="Google Shape;3963;p21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4" name="Google Shape;3964;p21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5" name="Google Shape;3965;p21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6" name="Google Shape;3966;p21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67" name="Google Shape;3967;p21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3968" name="Google Shape;3968;p21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9" name="Google Shape;3969;p21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0" name="Google Shape;3970;p21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1" name="Google Shape;3971;p21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2" name="Google Shape;3972;p21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3" name="Google Shape;3973;p21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74" name="Google Shape;397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975" name="Google Shape;3975;p21"/>
          <p:cNvGrpSpPr/>
          <p:nvPr/>
        </p:nvGrpSpPr>
        <p:grpSpPr>
          <a:xfrm flipH="1" rot="10800000">
            <a:off x="-328900" y="4860938"/>
            <a:ext cx="10718550" cy="117400"/>
            <a:chOff x="-295125" y="5026100"/>
            <a:chExt cx="10718550" cy="117400"/>
          </a:xfrm>
        </p:grpSpPr>
        <p:sp>
          <p:nvSpPr>
            <p:cNvPr id="3976" name="Google Shape;3976;p21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77" name="Google Shape;3977;p21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3978" name="Google Shape;3978;p21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3979" name="Google Shape;3979;p21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0" name="Google Shape;3980;p21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1" name="Google Shape;3981;p21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2" name="Google Shape;3982;p21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3" name="Google Shape;3983;p21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4" name="Google Shape;3984;p21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5" name="Google Shape;3985;p21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6" name="Google Shape;3986;p21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7" name="Google Shape;3987;p21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8" name="Google Shape;3988;p21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9" name="Google Shape;3989;p21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90" name="Google Shape;3990;p21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91" name="Google Shape;3991;p21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92" name="Google Shape;3992;p21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93" name="Google Shape;3993;p21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3994" name="Google Shape;3994;p21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95" name="Google Shape;3995;p21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96" name="Google Shape;3996;p21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97" name="Google Shape;3997;p21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98" name="Google Shape;3998;p21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99" name="Google Shape;3999;p21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00" name="Google Shape;4000;p21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01" name="Google Shape;4001;p21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02" name="Google Shape;4002;p21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03" name="Google Shape;4003;p21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04" name="Google Shape;4004;p21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05" name="Google Shape;4005;p21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06" name="Google Shape;4006;p21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07" name="Google Shape;4007;p21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008" name="Google Shape;4008;p21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4009" name="Google Shape;4009;p21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4010" name="Google Shape;4010;p21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1" name="Google Shape;4011;p21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2" name="Google Shape;4012;p21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3" name="Google Shape;4013;p21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4" name="Google Shape;4014;p21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5" name="Google Shape;4015;p21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6" name="Google Shape;4016;p21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7" name="Google Shape;4017;p21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8" name="Google Shape;4018;p21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9" name="Google Shape;4019;p21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20" name="Google Shape;4020;p21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21" name="Google Shape;4021;p21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22" name="Google Shape;4022;p21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23" name="Google Shape;4023;p21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024" name="Google Shape;4024;p21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4025" name="Google Shape;4025;p21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26" name="Google Shape;4026;p21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27" name="Google Shape;4027;p21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28" name="Google Shape;4028;p21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29" name="Google Shape;4029;p21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0" name="Google Shape;4030;p21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1" name="Google Shape;4031;p21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2" name="Google Shape;4032;p21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3" name="Google Shape;4033;p21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4" name="Google Shape;4034;p21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5" name="Google Shape;4035;p21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6" name="Google Shape;4036;p21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7" name="Google Shape;4037;p21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8" name="Google Shape;4038;p21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039" name="Google Shape;4039;p21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4040" name="Google Shape;4040;p21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4041" name="Google Shape;4041;p21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42" name="Google Shape;4042;p21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43" name="Google Shape;4043;p21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44" name="Google Shape;4044;p21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45" name="Google Shape;4045;p21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46" name="Google Shape;4046;p21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47" name="Google Shape;4047;p21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48" name="Google Shape;4048;p21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49" name="Google Shape;4049;p21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50" name="Google Shape;4050;p21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51" name="Google Shape;4051;p21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52" name="Google Shape;4052;p21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53" name="Google Shape;4053;p21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54" name="Google Shape;4054;p21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055" name="Google Shape;4055;p21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4056" name="Google Shape;4056;p21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57" name="Google Shape;4057;p21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58" name="Google Shape;4058;p21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59" name="Google Shape;4059;p21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0" name="Google Shape;4060;p21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1" name="Google Shape;4061;p21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2" name="Google Shape;4062;p21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3" name="Google Shape;4063;p21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4" name="Google Shape;4064;p21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5" name="Google Shape;4065;p21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6" name="Google Shape;4066;p21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7" name="Google Shape;4067;p21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8" name="Google Shape;4068;p21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9" name="Google Shape;4069;p21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070" name="Google Shape;4070;p21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4071" name="Google Shape;4071;p21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2" name="Google Shape;4072;p21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3" name="Google Shape;4073;p21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4" name="Google Shape;4074;p21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5" name="Google Shape;4075;p21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6" name="Google Shape;4076;p21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7" name="Google Shape;4077;p21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8" name="Google Shape;4078;p21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9" name="Google Shape;4079;p21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0" name="Google Shape;4080;p21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1" name="Google Shape;4081;p21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2" name="Google Shape;4082;p21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3" name="Google Shape;4083;p21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4" name="Google Shape;4084;p21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85" name="Google Shape;4085;p21"/>
          <p:cNvGrpSpPr/>
          <p:nvPr/>
        </p:nvGrpSpPr>
        <p:grpSpPr>
          <a:xfrm flipH="1" rot="10800000">
            <a:off x="-180500" y="176438"/>
            <a:ext cx="9504988" cy="86625"/>
            <a:chOff x="-180675" y="4763425"/>
            <a:chExt cx="9504988" cy="86625"/>
          </a:xfrm>
        </p:grpSpPr>
        <p:sp>
          <p:nvSpPr>
            <p:cNvPr id="4086" name="Google Shape;4086;p21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87" name="Google Shape;4087;p21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4088" name="Google Shape;4088;p21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9" name="Google Shape;4089;p21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0" name="Google Shape;4090;p21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1" name="Google Shape;4091;p21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2" name="Google Shape;4092;p21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3" name="Google Shape;4093;p21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4" name="Google Shape;4094;p21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5" name="Google Shape;4095;p21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6" name="Google Shape;4096;p21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7" name="Google Shape;4097;p21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8" name="Google Shape;4098;p21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9" name="Google Shape;4099;p21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0" name="Google Shape;4100;p21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1" name="Google Shape;4101;p21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02" name="Google Shape;4102;p21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4103" name="Google Shape;4103;p21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4" name="Google Shape;4104;p21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5" name="Google Shape;4105;p21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6" name="Google Shape;4106;p21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7" name="Google Shape;4107;p21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8" name="Google Shape;4108;p21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9" name="Google Shape;4109;p21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0" name="Google Shape;4110;p21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1" name="Google Shape;4111;p21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2" name="Google Shape;4112;p21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3" name="Google Shape;4113;p21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4" name="Google Shape;4114;p21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5" name="Google Shape;4115;p21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6" name="Google Shape;4116;p21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17" name="Google Shape;4117;p21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4118" name="Google Shape;4118;p21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9" name="Google Shape;4119;p21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0" name="Google Shape;4120;p21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1" name="Google Shape;4121;p21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2" name="Google Shape;4122;p21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3" name="Google Shape;4123;p21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4" name="Google Shape;4124;p21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5" name="Google Shape;4125;p21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6" name="Google Shape;4126;p21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7" name="Google Shape;4127;p21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8" name="Google Shape;4128;p21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9" name="Google Shape;4129;p21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0" name="Google Shape;4130;p21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1" name="Google Shape;4131;p21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32" name="Google Shape;4132;p21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4133" name="Google Shape;4133;p21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4" name="Google Shape;4134;p21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5" name="Google Shape;4135;p21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6" name="Google Shape;4136;p21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7" name="Google Shape;4137;p21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8" name="Google Shape;4138;p21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9" name="Google Shape;4139;p21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0" name="Google Shape;4140;p21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1" name="Google Shape;4141;p21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2" name="Google Shape;4142;p21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3" name="Google Shape;4143;p21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4" name="Google Shape;4144;p21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5" name="Google Shape;4145;p21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6" name="Google Shape;4146;p21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47" name="Google Shape;4147;p21"/>
          <p:cNvGrpSpPr/>
          <p:nvPr/>
        </p:nvGrpSpPr>
        <p:grpSpPr>
          <a:xfrm flipH="1">
            <a:off x="838501" y="4608494"/>
            <a:ext cx="134691" cy="140500"/>
            <a:chOff x="5391935" y="668507"/>
            <a:chExt cx="134691" cy="140500"/>
          </a:xfrm>
        </p:grpSpPr>
        <p:sp>
          <p:nvSpPr>
            <p:cNvPr id="4148" name="Google Shape;4148;p21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21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50" name="Google Shape;4150;p21"/>
          <p:cNvGrpSpPr/>
          <p:nvPr/>
        </p:nvGrpSpPr>
        <p:grpSpPr>
          <a:xfrm flipH="1">
            <a:off x="8784957" y="704833"/>
            <a:ext cx="98100" cy="107593"/>
            <a:chOff x="151270" y="809008"/>
            <a:chExt cx="98100" cy="107593"/>
          </a:xfrm>
        </p:grpSpPr>
        <p:sp>
          <p:nvSpPr>
            <p:cNvPr id="4151" name="Google Shape;4151;p21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21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53" name="Google Shape;4153;p21"/>
          <p:cNvGrpSpPr/>
          <p:nvPr/>
        </p:nvGrpSpPr>
        <p:grpSpPr>
          <a:xfrm flipH="1">
            <a:off x="6080258" y="4608497"/>
            <a:ext cx="139069" cy="132484"/>
            <a:chOff x="2908251" y="4753922"/>
            <a:chExt cx="139069" cy="132484"/>
          </a:xfrm>
        </p:grpSpPr>
        <p:sp>
          <p:nvSpPr>
            <p:cNvPr id="4154" name="Google Shape;4154;p21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21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56" name="Google Shape;4156;p21"/>
          <p:cNvGrpSpPr/>
          <p:nvPr/>
        </p:nvGrpSpPr>
        <p:grpSpPr>
          <a:xfrm flipH="1">
            <a:off x="8903532" y="3207346"/>
            <a:ext cx="98100" cy="107593"/>
            <a:chOff x="298495" y="3020846"/>
            <a:chExt cx="98100" cy="107593"/>
          </a:xfrm>
        </p:grpSpPr>
        <p:sp>
          <p:nvSpPr>
            <p:cNvPr id="4157" name="Google Shape;4157;p21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21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59" name="Google Shape;4159;p21"/>
          <p:cNvGrpSpPr/>
          <p:nvPr/>
        </p:nvGrpSpPr>
        <p:grpSpPr>
          <a:xfrm flipH="1">
            <a:off x="8209076" y="394494"/>
            <a:ext cx="134691" cy="140500"/>
            <a:chOff x="10" y="1980682"/>
            <a:chExt cx="134691" cy="140500"/>
          </a:xfrm>
        </p:grpSpPr>
        <p:sp>
          <p:nvSpPr>
            <p:cNvPr id="4160" name="Google Shape;4160;p21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21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62" name="Google Shape;4162;p21"/>
          <p:cNvGrpSpPr/>
          <p:nvPr/>
        </p:nvGrpSpPr>
        <p:grpSpPr>
          <a:xfrm flipH="1">
            <a:off x="8708845" y="4666309"/>
            <a:ext cx="139069" cy="132484"/>
            <a:chOff x="925663" y="2413659"/>
            <a:chExt cx="139069" cy="132484"/>
          </a:xfrm>
        </p:grpSpPr>
        <p:sp>
          <p:nvSpPr>
            <p:cNvPr id="4163" name="Google Shape;4163;p21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21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65" name="Google Shape;4165;p21"/>
          <p:cNvGrpSpPr/>
          <p:nvPr/>
        </p:nvGrpSpPr>
        <p:grpSpPr>
          <a:xfrm flipH="1">
            <a:off x="262826" y="2888832"/>
            <a:ext cx="134691" cy="140500"/>
            <a:chOff x="8180660" y="3700657"/>
            <a:chExt cx="134691" cy="140500"/>
          </a:xfrm>
        </p:grpSpPr>
        <p:sp>
          <p:nvSpPr>
            <p:cNvPr id="4166" name="Google Shape;4166;p21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21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68" name="Google Shape;4168;p21"/>
          <p:cNvGrpSpPr/>
          <p:nvPr/>
        </p:nvGrpSpPr>
        <p:grpSpPr>
          <a:xfrm flipH="1">
            <a:off x="161476" y="1110557"/>
            <a:ext cx="134691" cy="140500"/>
            <a:chOff x="8782710" y="3004407"/>
            <a:chExt cx="134691" cy="140500"/>
          </a:xfrm>
        </p:grpSpPr>
        <p:sp>
          <p:nvSpPr>
            <p:cNvPr id="4169" name="Google Shape;4169;p21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21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1" name="Google Shape;4171;p21"/>
          <p:cNvGrpSpPr/>
          <p:nvPr/>
        </p:nvGrpSpPr>
        <p:grpSpPr>
          <a:xfrm flipH="1">
            <a:off x="125945" y="1981459"/>
            <a:ext cx="139069" cy="132484"/>
            <a:chOff x="6787926" y="360297"/>
            <a:chExt cx="139069" cy="132484"/>
          </a:xfrm>
        </p:grpSpPr>
        <p:sp>
          <p:nvSpPr>
            <p:cNvPr id="4172" name="Google Shape;4172;p21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21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4" name="Google Shape;4174;p21"/>
          <p:cNvGrpSpPr/>
          <p:nvPr/>
        </p:nvGrpSpPr>
        <p:grpSpPr>
          <a:xfrm flipH="1">
            <a:off x="213251" y="3811282"/>
            <a:ext cx="134691" cy="140500"/>
            <a:chOff x="3516385" y="421707"/>
            <a:chExt cx="134691" cy="140500"/>
          </a:xfrm>
        </p:grpSpPr>
        <p:sp>
          <p:nvSpPr>
            <p:cNvPr id="4175" name="Google Shape;4175;p21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21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7" name="Google Shape;4177;p21"/>
          <p:cNvGrpSpPr/>
          <p:nvPr/>
        </p:nvGrpSpPr>
        <p:grpSpPr>
          <a:xfrm flipH="1">
            <a:off x="3010489" y="304532"/>
            <a:ext cx="134691" cy="140500"/>
            <a:chOff x="7608023" y="4524632"/>
            <a:chExt cx="134691" cy="140500"/>
          </a:xfrm>
        </p:grpSpPr>
        <p:sp>
          <p:nvSpPr>
            <p:cNvPr id="4178" name="Google Shape;4178;p21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21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80" name="Google Shape;4180;p21"/>
          <p:cNvGrpSpPr/>
          <p:nvPr/>
        </p:nvGrpSpPr>
        <p:grpSpPr>
          <a:xfrm flipH="1">
            <a:off x="8847895" y="1679497"/>
            <a:ext cx="139069" cy="132484"/>
            <a:chOff x="6974538" y="4344709"/>
            <a:chExt cx="139069" cy="132484"/>
          </a:xfrm>
        </p:grpSpPr>
        <p:sp>
          <p:nvSpPr>
            <p:cNvPr id="4181" name="Google Shape;4181;p21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21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83" name="Google Shape;4183;p21"/>
          <p:cNvGrpSpPr/>
          <p:nvPr/>
        </p:nvGrpSpPr>
        <p:grpSpPr>
          <a:xfrm flipH="1">
            <a:off x="563989" y="394507"/>
            <a:ext cx="134691" cy="140500"/>
            <a:chOff x="1062773" y="3863207"/>
            <a:chExt cx="134691" cy="140500"/>
          </a:xfrm>
        </p:grpSpPr>
        <p:sp>
          <p:nvSpPr>
            <p:cNvPr id="4184" name="Google Shape;4184;p21"/>
            <p:cNvSpPr/>
            <p:nvPr/>
          </p:nvSpPr>
          <p:spPr>
            <a:xfrm rot="6625235">
              <a:off x="1074155" y="38824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21"/>
            <p:cNvSpPr/>
            <p:nvPr/>
          </p:nvSpPr>
          <p:spPr>
            <a:xfrm>
              <a:off x="1128169" y="3908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5">
    <p:spTree>
      <p:nvGrpSpPr>
        <p:cNvPr id="4186" name="Shape 4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7" name="Google Shape;4187;p22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4188" name="Google Shape;4188;p22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4189" name="Google Shape;4189;p22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0" name="Google Shape;4190;p22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1" name="Google Shape;4191;p22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2" name="Google Shape;4192;p22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3" name="Google Shape;4193;p22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4" name="Google Shape;4194;p22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5" name="Google Shape;4195;p22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4196" name="Google Shape;4196;p22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7" name="Google Shape;4197;p22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8" name="Google Shape;4198;p22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9" name="Google Shape;4199;p22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0" name="Google Shape;4200;p22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1" name="Google Shape;4201;p22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2" name="Google Shape;4202;p22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03" name="Google Shape;4203;p22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4204" name="Google Shape;4204;p22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5" name="Google Shape;4205;p22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6" name="Google Shape;4206;p22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7" name="Google Shape;4207;p22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8" name="Google Shape;4208;p22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9" name="Google Shape;4209;p22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10" name="Google Shape;4210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211" name="Google Shape;4211;p22"/>
          <p:cNvGrpSpPr/>
          <p:nvPr/>
        </p:nvGrpSpPr>
        <p:grpSpPr>
          <a:xfrm>
            <a:off x="-175725" y="4881000"/>
            <a:ext cx="9504988" cy="86625"/>
            <a:chOff x="-180675" y="4763425"/>
            <a:chExt cx="9504988" cy="86625"/>
          </a:xfrm>
        </p:grpSpPr>
        <p:sp>
          <p:nvSpPr>
            <p:cNvPr id="4212" name="Google Shape;4212;p22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13" name="Google Shape;4213;p22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4214" name="Google Shape;4214;p22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5" name="Google Shape;4215;p22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6" name="Google Shape;4216;p22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7" name="Google Shape;4217;p22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8" name="Google Shape;4218;p22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9" name="Google Shape;4219;p22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0" name="Google Shape;4220;p22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1" name="Google Shape;4221;p22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2" name="Google Shape;4222;p22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3" name="Google Shape;4223;p22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4" name="Google Shape;4224;p22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5" name="Google Shape;4225;p22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6" name="Google Shape;4226;p22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7" name="Google Shape;4227;p22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28" name="Google Shape;4228;p22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4229" name="Google Shape;4229;p22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0" name="Google Shape;4230;p22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1" name="Google Shape;4231;p22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2" name="Google Shape;4232;p22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3" name="Google Shape;4233;p22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4" name="Google Shape;4234;p22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5" name="Google Shape;4235;p22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6" name="Google Shape;4236;p22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7" name="Google Shape;4237;p22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8" name="Google Shape;4238;p22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9" name="Google Shape;4239;p22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0" name="Google Shape;4240;p22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1" name="Google Shape;4241;p22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2" name="Google Shape;4242;p22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43" name="Google Shape;4243;p22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4244" name="Google Shape;4244;p22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5" name="Google Shape;4245;p22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6" name="Google Shape;4246;p22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7" name="Google Shape;4247;p22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8" name="Google Shape;4248;p22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9" name="Google Shape;4249;p22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0" name="Google Shape;4250;p22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1" name="Google Shape;4251;p22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2" name="Google Shape;4252;p22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3" name="Google Shape;4253;p22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4" name="Google Shape;4254;p22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5" name="Google Shape;4255;p22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6" name="Google Shape;4256;p22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7" name="Google Shape;4257;p22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58" name="Google Shape;4258;p22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4259" name="Google Shape;4259;p22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0" name="Google Shape;4260;p22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1" name="Google Shape;4261;p22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2" name="Google Shape;4262;p22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3" name="Google Shape;4263;p22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4" name="Google Shape;4264;p22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5" name="Google Shape;4265;p22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6" name="Google Shape;4266;p22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7" name="Google Shape;4267;p22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8" name="Google Shape;4268;p22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9" name="Google Shape;4269;p22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0" name="Google Shape;4270;p22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1" name="Google Shape;4271;p22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2" name="Google Shape;4272;p22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273" name="Google Shape;4273;p22"/>
          <p:cNvGrpSpPr/>
          <p:nvPr/>
        </p:nvGrpSpPr>
        <p:grpSpPr>
          <a:xfrm>
            <a:off x="-290562" y="166713"/>
            <a:ext cx="9932525" cy="101238"/>
            <a:chOff x="-871025" y="2187363"/>
            <a:chExt cx="9932525" cy="101238"/>
          </a:xfrm>
        </p:grpSpPr>
        <p:sp>
          <p:nvSpPr>
            <p:cNvPr id="4274" name="Google Shape;4274;p22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75" name="Google Shape;4275;p22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4276" name="Google Shape;4276;p22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7" name="Google Shape;4277;p22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8" name="Google Shape;4278;p22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9" name="Google Shape;4279;p22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0" name="Google Shape;4280;p22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1" name="Google Shape;4281;p22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2" name="Google Shape;4282;p22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3" name="Google Shape;4283;p22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4" name="Google Shape;4284;p22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5" name="Google Shape;4285;p22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6" name="Google Shape;4286;p22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87" name="Google Shape;4287;p22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4288" name="Google Shape;4288;p22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9" name="Google Shape;4289;p22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0" name="Google Shape;4290;p22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1" name="Google Shape;4291;p22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2" name="Google Shape;4292;p22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3" name="Google Shape;4293;p22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4" name="Google Shape;4294;p22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5" name="Google Shape;4295;p22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6" name="Google Shape;4296;p22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7" name="Google Shape;4297;p22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8" name="Google Shape;4298;p22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99" name="Google Shape;4299;p22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4300" name="Google Shape;4300;p22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1" name="Google Shape;4301;p22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2" name="Google Shape;4302;p22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3" name="Google Shape;4303;p22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4" name="Google Shape;4304;p22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5" name="Google Shape;4305;p22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6" name="Google Shape;4306;p22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7" name="Google Shape;4307;p22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8" name="Google Shape;4308;p22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9" name="Google Shape;4309;p22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0" name="Google Shape;4310;p22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11" name="Google Shape;4311;p22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4312" name="Google Shape;4312;p22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3" name="Google Shape;4313;p22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4" name="Google Shape;4314;p22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5" name="Google Shape;4315;p22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6" name="Google Shape;4316;p22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7" name="Google Shape;4317;p22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8" name="Google Shape;4318;p22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9" name="Google Shape;4319;p22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0" name="Google Shape;4320;p22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1" name="Google Shape;4321;p22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2" name="Google Shape;4322;p22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23" name="Google Shape;4323;p22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4324" name="Google Shape;4324;p22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5" name="Google Shape;4325;p22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6" name="Google Shape;4326;p22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7" name="Google Shape;4327;p22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8" name="Google Shape;4328;p22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9" name="Google Shape;4329;p22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0" name="Google Shape;4330;p22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1" name="Google Shape;4331;p22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2" name="Google Shape;4332;p22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3" name="Google Shape;4333;p22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4" name="Google Shape;4334;p22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35" name="Google Shape;4335;p22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4336" name="Google Shape;4336;p22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7" name="Google Shape;4337;p22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8" name="Google Shape;4338;p22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9" name="Google Shape;4339;p22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0" name="Google Shape;4340;p22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1" name="Google Shape;4341;p22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2" name="Google Shape;4342;p22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3" name="Google Shape;4343;p22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4" name="Google Shape;4344;p22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5" name="Google Shape;4345;p22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6" name="Google Shape;4346;p22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47" name="Google Shape;4347;p22"/>
          <p:cNvGrpSpPr/>
          <p:nvPr/>
        </p:nvGrpSpPr>
        <p:grpSpPr>
          <a:xfrm flipH="1" rot="10800000">
            <a:off x="8154385" y="354331"/>
            <a:ext cx="134691" cy="140500"/>
            <a:chOff x="5391935" y="668507"/>
            <a:chExt cx="134691" cy="140500"/>
          </a:xfrm>
        </p:grpSpPr>
        <p:sp>
          <p:nvSpPr>
            <p:cNvPr id="4348" name="Google Shape;4348;p22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22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0" name="Google Shape;4350;p22"/>
          <p:cNvGrpSpPr/>
          <p:nvPr/>
        </p:nvGrpSpPr>
        <p:grpSpPr>
          <a:xfrm flipH="1" rot="10800000">
            <a:off x="244520" y="4290898"/>
            <a:ext cx="98100" cy="107593"/>
            <a:chOff x="151270" y="809008"/>
            <a:chExt cx="98100" cy="107593"/>
          </a:xfrm>
        </p:grpSpPr>
        <p:sp>
          <p:nvSpPr>
            <p:cNvPr id="4351" name="Google Shape;4351;p22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22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3" name="Google Shape;4353;p22"/>
          <p:cNvGrpSpPr/>
          <p:nvPr/>
        </p:nvGrpSpPr>
        <p:grpSpPr>
          <a:xfrm flipH="1" rot="10800000">
            <a:off x="2908251" y="362344"/>
            <a:ext cx="139069" cy="132484"/>
            <a:chOff x="2908251" y="4753922"/>
            <a:chExt cx="139069" cy="132484"/>
          </a:xfrm>
        </p:grpSpPr>
        <p:sp>
          <p:nvSpPr>
            <p:cNvPr id="4354" name="Google Shape;4354;p22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22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6" name="Google Shape;4356;p22"/>
          <p:cNvGrpSpPr/>
          <p:nvPr/>
        </p:nvGrpSpPr>
        <p:grpSpPr>
          <a:xfrm flipH="1" rot="10800000">
            <a:off x="5232195" y="4608511"/>
            <a:ext cx="98100" cy="107593"/>
            <a:chOff x="298495" y="3020846"/>
            <a:chExt cx="98100" cy="107593"/>
          </a:xfrm>
        </p:grpSpPr>
        <p:sp>
          <p:nvSpPr>
            <p:cNvPr id="4357" name="Google Shape;4357;p22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22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9" name="Google Shape;4359;p22"/>
          <p:cNvGrpSpPr/>
          <p:nvPr/>
        </p:nvGrpSpPr>
        <p:grpSpPr>
          <a:xfrm flipH="1" rot="10800000">
            <a:off x="207935" y="1929956"/>
            <a:ext cx="134691" cy="140500"/>
            <a:chOff x="10" y="1980682"/>
            <a:chExt cx="134691" cy="140500"/>
          </a:xfrm>
        </p:grpSpPr>
        <p:sp>
          <p:nvSpPr>
            <p:cNvPr id="4360" name="Google Shape;4360;p22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22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2" name="Google Shape;4362;p22"/>
          <p:cNvGrpSpPr/>
          <p:nvPr/>
        </p:nvGrpSpPr>
        <p:grpSpPr>
          <a:xfrm flipH="1" rot="10800000">
            <a:off x="205738" y="602707"/>
            <a:ext cx="139069" cy="132484"/>
            <a:chOff x="925663" y="2413659"/>
            <a:chExt cx="139069" cy="132484"/>
          </a:xfrm>
        </p:grpSpPr>
        <p:sp>
          <p:nvSpPr>
            <p:cNvPr id="4363" name="Google Shape;4363;p22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22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5" name="Google Shape;4365;p22"/>
          <p:cNvGrpSpPr/>
          <p:nvPr/>
        </p:nvGrpSpPr>
        <p:grpSpPr>
          <a:xfrm flipH="1" rot="10800000">
            <a:off x="1778860" y="4658293"/>
            <a:ext cx="134691" cy="140500"/>
            <a:chOff x="8180660" y="3700657"/>
            <a:chExt cx="134691" cy="140500"/>
          </a:xfrm>
        </p:grpSpPr>
        <p:sp>
          <p:nvSpPr>
            <p:cNvPr id="4366" name="Google Shape;4366;p22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22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8" name="Google Shape;4368;p22"/>
          <p:cNvGrpSpPr/>
          <p:nvPr/>
        </p:nvGrpSpPr>
        <p:grpSpPr>
          <a:xfrm flipH="1" rot="10800000">
            <a:off x="7955510" y="4658293"/>
            <a:ext cx="134691" cy="140500"/>
            <a:chOff x="8782710" y="3004407"/>
            <a:chExt cx="134691" cy="140500"/>
          </a:xfrm>
        </p:grpSpPr>
        <p:sp>
          <p:nvSpPr>
            <p:cNvPr id="4369" name="Google Shape;4369;p22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22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1" name="Google Shape;4371;p22"/>
          <p:cNvGrpSpPr/>
          <p:nvPr/>
        </p:nvGrpSpPr>
        <p:grpSpPr>
          <a:xfrm flipH="1" rot="10800000">
            <a:off x="8862563" y="2989382"/>
            <a:ext cx="139069" cy="132484"/>
            <a:chOff x="6787926" y="360297"/>
            <a:chExt cx="139069" cy="132484"/>
          </a:xfrm>
        </p:grpSpPr>
        <p:sp>
          <p:nvSpPr>
            <p:cNvPr id="4372" name="Google Shape;4372;p22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22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4" name="Google Shape;4374;p22"/>
          <p:cNvGrpSpPr/>
          <p:nvPr/>
        </p:nvGrpSpPr>
        <p:grpSpPr>
          <a:xfrm flipH="1" rot="10800000">
            <a:off x="8779635" y="1151543"/>
            <a:ext cx="134691" cy="140500"/>
            <a:chOff x="3516385" y="421707"/>
            <a:chExt cx="134691" cy="140500"/>
          </a:xfrm>
        </p:grpSpPr>
        <p:sp>
          <p:nvSpPr>
            <p:cNvPr id="4375" name="Google Shape;4375;p22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22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7" name="Google Shape;4377;p22"/>
          <p:cNvGrpSpPr/>
          <p:nvPr/>
        </p:nvGrpSpPr>
        <p:grpSpPr>
          <a:xfrm flipH="1" rot="10800000">
            <a:off x="8914323" y="2070456"/>
            <a:ext cx="134691" cy="140500"/>
            <a:chOff x="7608023" y="4524632"/>
            <a:chExt cx="134691" cy="140500"/>
          </a:xfrm>
        </p:grpSpPr>
        <p:sp>
          <p:nvSpPr>
            <p:cNvPr id="4378" name="Google Shape;4378;p22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22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0" name="Google Shape;4380;p22"/>
          <p:cNvGrpSpPr/>
          <p:nvPr/>
        </p:nvGrpSpPr>
        <p:grpSpPr>
          <a:xfrm flipH="1" rot="10800000">
            <a:off x="140613" y="3291344"/>
            <a:ext cx="139069" cy="132484"/>
            <a:chOff x="6974538" y="4344709"/>
            <a:chExt cx="139069" cy="132484"/>
          </a:xfrm>
        </p:grpSpPr>
        <p:sp>
          <p:nvSpPr>
            <p:cNvPr id="4381" name="Google Shape;4381;p22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22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3" name="Google Shape;4383;p22"/>
          <p:cNvGrpSpPr/>
          <p:nvPr/>
        </p:nvGrpSpPr>
        <p:grpSpPr>
          <a:xfrm flipH="1" rot="10800000">
            <a:off x="8914323" y="3624093"/>
            <a:ext cx="134691" cy="140500"/>
            <a:chOff x="1062773" y="3863207"/>
            <a:chExt cx="134691" cy="140500"/>
          </a:xfrm>
        </p:grpSpPr>
        <p:sp>
          <p:nvSpPr>
            <p:cNvPr id="4384" name="Google Shape;4384;p22"/>
            <p:cNvSpPr/>
            <p:nvPr/>
          </p:nvSpPr>
          <p:spPr>
            <a:xfrm rot="6625235">
              <a:off x="1074155" y="38824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22"/>
            <p:cNvSpPr/>
            <p:nvPr/>
          </p:nvSpPr>
          <p:spPr>
            <a:xfrm>
              <a:off x="1128169" y="3908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6">
    <p:spTree>
      <p:nvGrpSpPr>
        <p:cNvPr id="4386" name="Shape 4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7" name="Google Shape;4387;p23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4388" name="Google Shape;4388;p23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4389" name="Google Shape;4389;p23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0" name="Google Shape;4390;p23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1" name="Google Shape;4391;p23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2" name="Google Shape;4392;p23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3" name="Google Shape;4393;p23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4" name="Google Shape;4394;p23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95" name="Google Shape;4395;p23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4396" name="Google Shape;4396;p23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7" name="Google Shape;4397;p23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8" name="Google Shape;4398;p23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9" name="Google Shape;4399;p23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0" name="Google Shape;4400;p23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1" name="Google Shape;4401;p23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2" name="Google Shape;4402;p23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03" name="Google Shape;4403;p23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4404" name="Google Shape;4404;p23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5" name="Google Shape;4405;p23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6" name="Google Shape;4406;p23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7" name="Google Shape;4407;p23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8" name="Google Shape;4408;p23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9" name="Google Shape;4409;p23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10" name="Google Shape;4410;p23"/>
          <p:cNvGrpSpPr/>
          <p:nvPr/>
        </p:nvGrpSpPr>
        <p:grpSpPr>
          <a:xfrm flipH="1">
            <a:off x="-451050" y="4873688"/>
            <a:ext cx="9932525" cy="101238"/>
            <a:chOff x="-871025" y="2187363"/>
            <a:chExt cx="9932525" cy="101238"/>
          </a:xfrm>
        </p:grpSpPr>
        <p:sp>
          <p:nvSpPr>
            <p:cNvPr id="4411" name="Google Shape;4411;p23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12" name="Google Shape;4412;p23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4413" name="Google Shape;4413;p23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4" name="Google Shape;4414;p23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5" name="Google Shape;4415;p23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6" name="Google Shape;4416;p23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7" name="Google Shape;4417;p23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8" name="Google Shape;4418;p23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9" name="Google Shape;4419;p23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0" name="Google Shape;4420;p23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1" name="Google Shape;4421;p23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2" name="Google Shape;4422;p23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3" name="Google Shape;4423;p23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24" name="Google Shape;4424;p23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4425" name="Google Shape;4425;p23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6" name="Google Shape;4426;p23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7" name="Google Shape;4427;p23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8" name="Google Shape;4428;p23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9" name="Google Shape;4429;p23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0" name="Google Shape;4430;p23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1" name="Google Shape;4431;p23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2" name="Google Shape;4432;p23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3" name="Google Shape;4433;p23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4" name="Google Shape;4434;p23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5" name="Google Shape;4435;p23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36" name="Google Shape;4436;p23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4437" name="Google Shape;4437;p23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8" name="Google Shape;4438;p23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9" name="Google Shape;4439;p23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0" name="Google Shape;4440;p23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1" name="Google Shape;4441;p23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2" name="Google Shape;4442;p23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3" name="Google Shape;4443;p23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4" name="Google Shape;4444;p23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5" name="Google Shape;4445;p23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6" name="Google Shape;4446;p23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7" name="Google Shape;4447;p23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48" name="Google Shape;4448;p23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4449" name="Google Shape;4449;p23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0" name="Google Shape;4450;p23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1" name="Google Shape;4451;p23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2" name="Google Shape;4452;p23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3" name="Google Shape;4453;p23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4" name="Google Shape;4454;p23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5" name="Google Shape;4455;p23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6" name="Google Shape;4456;p23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7" name="Google Shape;4457;p23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8" name="Google Shape;4458;p23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9" name="Google Shape;4459;p23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60" name="Google Shape;4460;p23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4461" name="Google Shape;4461;p23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2" name="Google Shape;4462;p23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3" name="Google Shape;4463;p23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4" name="Google Shape;4464;p23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5" name="Google Shape;4465;p23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6" name="Google Shape;4466;p23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7" name="Google Shape;4467;p23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8" name="Google Shape;4468;p23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9" name="Google Shape;4469;p23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0" name="Google Shape;4470;p23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1" name="Google Shape;4471;p23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72" name="Google Shape;4472;p23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4473" name="Google Shape;4473;p23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4" name="Google Shape;4474;p23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5" name="Google Shape;4475;p23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6" name="Google Shape;4476;p23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7" name="Google Shape;4477;p23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8" name="Google Shape;4478;p23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9" name="Google Shape;4479;p23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0" name="Google Shape;4480;p23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1" name="Google Shape;4481;p23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2" name="Google Shape;4482;p23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3" name="Google Shape;4483;p23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84" name="Google Shape;4484;p23"/>
          <p:cNvGrpSpPr/>
          <p:nvPr/>
        </p:nvGrpSpPr>
        <p:grpSpPr>
          <a:xfrm>
            <a:off x="5955335" y="4662294"/>
            <a:ext cx="134691" cy="140500"/>
            <a:chOff x="5391935" y="668507"/>
            <a:chExt cx="134691" cy="140500"/>
          </a:xfrm>
        </p:grpSpPr>
        <p:sp>
          <p:nvSpPr>
            <p:cNvPr id="4485" name="Google Shape;4485;p23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6" name="Google Shape;4486;p23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7" name="Google Shape;4487;p23"/>
          <p:cNvGrpSpPr/>
          <p:nvPr/>
        </p:nvGrpSpPr>
        <p:grpSpPr>
          <a:xfrm>
            <a:off x="396595" y="1473233"/>
            <a:ext cx="98100" cy="107593"/>
            <a:chOff x="151270" y="809008"/>
            <a:chExt cx="98100" cy="107593"/>
          </a:xfrm>
        </p:grpSpPr>
        <p:sp>
          <p:nvSpPr>
            <p:cNvPr id="4488" name="Google Shape;4488;p23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9" name="Google Shape;4489;p23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0" name="Google Shape;4490;p23"/>
          <p:cNvGrpSpPr/>
          <p:nvPr/>
        </p:nvGrpSpPr>
        <p:grpSpPr>
          <a:xfrm>
            <a:off x="2908251" y="4608497"/>
            <a:ext cx="139069" cy="132484"/>
            <a:chOff x="2908251" y="4753922"/>
            <a:chExt cx="139069" cy="132484"/>
          </a:xfrm>
        </p:grpSpPr>
        <p:sp>
          <p:nvSpPr>
            <p:cNvPr id="4491" name="Google Shape;4491;p23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2" name="Google Shape;4492;p23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3" name="Google Shape;4493;p23"/>
          <p:cNvGrpSpPr/>
          <p:nvPr/>
        </p:nvGrpSpPr>
        <p:grpSpPr>
          <a:xfrm>
            <a:off x="360945" y="4554696"/>
            <a:ext cx="98100" cy="107593"/>
            <a:chOff x="298495" y="3020846"/>
            <a:chExt cx="98100" cy="107593"/>
          </a:xfrm>
        </p:grpSpPr>
        <p:sp>
          <p:nvSpPr>
            <p:cNvPr id="4494" name="Google Shape;4494;p23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5" name="Google Shape;4495;p23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6" name="Google Shape;4496;p23"/>
          <p:cNvGrpSpPr/>
          <p:nvPr/>
        </p:nvGrpSpPr>
        <p:grpSpPr>
          <a:xfrm>
            <a:off x="1131685" y="356294"/>
            <a:ext cx="134691" cy="140500"/>
            <a:chOff x="10" y="1980682"/>
            <a:chExt cx="134691" cy="140500"/>
          </a:xfrm>
        </p:grpSpPr>
        <p:sp>
          <p:nvSpPr>
            <p:cNvPr id="4497" name="Google Shape;4497;p23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8" name="Google Shape;4498;p23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9" name="Google Shape;4499;p23"/>
          <p:cNvGrpSpPr/>
          <p:nvPr/>
        </p:nvGrpSpPr>
        <p:grpSpPr>
          <a:xfrm>
            <a:off x="105463" y="2679059"/>
            <a:ext cx="139069" cy="132484"/>
            <a:chOff x="925663" y="2413659"/>
            <a:chExt cx="139069" cy="132484"/>
          </a:xfrm>
        </p:grpSpPr>
        <p:sp>
          <p:nvSpPr>
            <p:cNvPr id="4500" name="Google Shape;4500;p23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1" name="Google Shape;4501;p23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2" name="Google Shape;4502;p23"/>
          <p:cNvGrpSpPr/>
          <p:nvPr/>
        </p:nvGrpSpPr>
        <p:grpSpPr>
          <a:xfrm>
            <a:off x="8730060" y="2888832"/>
            <a:ext cx="134691" cy="140500"/>
            <a:chOff x="8180660" y="3700657"/>
            <a:chExt cx="134691" cy="140500"/>
          </a:xfrm>
        </p:grpSpPr>
        <p:sp>
          <p:nvSpPr>
            <p:cNvPr id="4503" name="Google Shape;4503;p23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4" name="Google Shape;4504;p23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5" name="Google Shape;4505;p23"/>
          <p:cNvGrpSpPr/>
          <p:nvPr/>
        </p:nvGrpSpPr>
        <p:grpSpPr>
          <a:xfrm>
            <a:off x="8595360" y="1545382"/>
            <a:ext cx="134691" cy="140500"/>
            <a:chOff x="8782710" y="3004407"/>
            <a:chExt cx="134691" cy="140500"/>
          </a:xfrm>
        </p:grpSpPr>
        <p:sp>
          <p:nvSpPr>
            <p:cNvPr id="4506" name="Google Shape;4506;p23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7" name="Google Shape;4507;p23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08" name="Google Shape;4508;p23"/>
          <p:cNvGrpSpPr/>
          <p:nvPr/>
        </p:nvGrpSpPr>
        <p:grpSpPr>
          <a:xfrm>
            <a:off x="7674901" y="926572"/>
            <a:ext cx="139069" cy="132484"/>
            <a:chOff x="6787926" y="360297"/>
            <a:chExt cx="139069" cy="132484"/>
          </a:xfrm>
        </p:grpSpPr>
        <p:sp>
          <p:nvSpPr>
            <p:cNvPr id="4509" name="Google Shape;4509;p23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0" name="Google Shape;4510;p23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1" name="Google Shape;4511;p23"/>
          <p:cNvGrpSpPr/>
          <p:nvPr/>
        </p:nvGrpSpPr>
        <p:grpSpPr>
          <a:xfrm>
            <a:off x="7813985" y="4662307"/>
            <a:ext cx="134691" cy="140500"/>
            <a:chOff x="3516385" y="421707"/>
            <a:chExt cx="134691" cy="140500"/>
          </a:xfrm>
        </p:grpSpPr>
        <p:sp>
          <p:nvSpPr>
            <p:cNvPr id="4512" name="Google Shape;4512;p23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3" name="Google Shape;4513;p23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4" name="Google Shape;4514;p23"/>
          <p:cNvGrpSpPr/>
          <p:nvPr/>
        </p:nvGrpSpPr>
        <p:grpSpPr>
          <a:xfrm>
            <a:off x="8647998" y="4132907"/>
            <a:ext cx="134691" cy="140500"/>
            <a:chOff x="7608023" y="4524632"/>
            <a:chExt cx="134691" cy="140500"/>
          </a:xfrm>
        </p:grpSpPr>
        <p:sp>
          <p:nvSpPr>
            <p:cNvPr id="4515" name="Google Shape;4515;p23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6" name="Google Shape;4516;p23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7" name="Google Shape;4517;p23"/>
          <p:cNvGrpSpPr/>
          <p:nvPr/>
        </p:nvGrpSpPr>
        <p:grpSpPr>
          <a:xfrm>
            <a:off x="494688" y="812434"/>
            <a:ext cx="139069" cy="132484"/>
            <a:chOff x="6974538" y="4344709"/>
            <a:chExt cx="139069" cy="132484"/>
          </a:xfrm>
        </p:grpSpPr>
        <p:sp>
          <p:nvSpPr>
            <p:cNvPr id="4518" name="Google Shape;4518;p23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9" name="Google Shape;4519;p23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0" name="Google Shape;4520;p23"/>
          <p:cNvGrpSpPr/>
          <p:nvPr/>
        </p:nvGrpSpPr>
        <p:grpSpPr>
          <a:xfrm>
            <a:off x="8428898" y="394507"/>
            <a:ext cx="134691" cy="140500"/>
            <a:chOff x="1062773" y="3863207"/>
            <a:chExt cx="134691" cy="140500"/>
          </a:xfrm>
        </p:grpSpPr>
        <p:sp>
          <p:nvSpPr>
            <p:cNvPr id="4521" name="Google Shape;4521;p23"/>
            <p:cNvSpPr/>
            <p:nvPr/>
          </p:nvSpPr>
          <p:spPr>
            <a:xfrm rot="6625235">
              <a:off x="1074155" y="38824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2" name="Google Shape;4522;p23"/>
            <p:cNvSpPr/>
            <p:nvPr/>
          </p:nvSpPr>
          <p:spPr>
            <a:xfrm>
              <a:off x="1128169" y="3908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3" name="Google Shape;4523;p23"/>
          <p:cNvGrpSpPr/>
          <p:nvPr/>
        </p:nvGrpSpPr>
        <p:grpSpPr>
          <a:xfrm>
            <a:off x="-334925" y="166725"/>
            <a:ext cx="10718550" cy="117400"/>
            <a:chOff x="-295125" y="5026100"/>
            <a:chExt cx="10718550" cy="117400"/>
          </a:xfrm>
        </p:grpSpPr>
        <p:sp>
          <p:nvSpPr>
            <p:cNvPr id="4524" name="Google Shape;4524;p23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25" name="Google Shape;4525;p23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4526" name="Google Shape;4526;p23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4527" name="Google Shape;4527;p23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28" name="Google Shape;4528;p23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29" name="Google Shape;4529;p23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0" name="Google Shape;4530;p23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1" name="Google Shape;4531;p23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2" name="Google Shape;4532;p23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3" name="Google Shape;4533;p23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4" name="Google Shape;4534;p23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5" name="Google Shape;4535;p23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6" name="Google Shape;4536;p23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7" name="Google Shape;4537;p23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8" name="Google Shape;4538;p23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9" name="Google Shape;4539;p23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0" name="Google Shape;4540;p23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541" name="Google Shape;4541;p23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4542" name="Google Shape;4542;p23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3" name="Google Shape;4543;p23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4" name="Google Shape;4544;p23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5" name="Google Shape;4545;p23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6" name="Google Shape;4546;p23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7" name="Google Shape;4547;p23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8" name="Google Shape;4548;p23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9" name="Google Shape;4549;p23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0" name="Google Shape;4550;p23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1" name="Google Shape;4551;p23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2" name="Google Shape;4552;p23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3" name="Google Shape;4553;p23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4" name="Google Shape;4554;p23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5" name="Google Shape;4555;p23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556" name="Google Shape;4556;p23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4557" name="Google Shape;4557;p23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4558" name="Google Shape;4558;p23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9" name="Google Shape;4559;p23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0" name="Google Shape;4560;p23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1" name="Google Shape;4561;p23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2" name="Google Shape;4562;p23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3" name="Google Shape;4563;p23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4" name="Google Shape;4564;p23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5" name="Google Shape;4565;p23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6" name="Google Shape;4566;p23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7" name="Google Shape;4567;p23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8" name="Google Shape;4568;p23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9" name="Google Shape;4569;p23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0" name="Google Shape;4570;p23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1" name="Google Shape;4571;p23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572" name="Google Shape;4572;p23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4573" name="Google Shape;4573;p23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4" name="Google Shape;4574;p23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5" name="Google Shape;4575;p23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6" name="Google Shape;4576;p23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7" name="Google Shape;4577;p23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8" name="Google Shape;4578;p23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9" name="Google Shape;4579;p23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0" name="Google Shape;4580;p23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1" name="Google Shape;4581;p23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2" name="Google Shape;4582;p23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3" name="Google Shape;4583;p23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4" name="Google Shape;4584;p23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5" name="Google Shape;4585;p23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6" name="Google Shape;4586;p23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587" name="Google Shape;4587;p23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4588" name="Google Shape;4588;p23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4589" name="Google Shape;4589;p23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0" name="Google Shape;4590;p23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1" name="Google Shape;4591;p23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2" name="Google Shape;4592;p23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3" name="Google Shape;4593;p23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4" name="Google Shape;4594;p23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5" name="Google Shape;4595;p23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6" name="Google Shape;4596;p23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7" name="Google Shape;4597;p23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8" name="Google Shape;4598;p23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9" name="Google Shape;4599;p23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0" name="Google Shape;4600;p23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1" name="Google Shape;4601;p23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2" name="Google Shape;4602;p23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603" name="Google Shape;4603;p23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4604" name="Google Shape;4604;p23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5" name="Google Shape;4605;p23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6" name="Google Shape;4606;p23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7" name="Google Shape;4607;p23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8" name="Google Shape;4608;p23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9" name="Google Shape;4609;p23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0" name="Google Shape;4610;p23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1" name="Google Shape;4611;p23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2" name="Google Shape;4612;p23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3" name="Google Shape;4613;p23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4" name="Google Shape;4614;p23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5" name="Google Shape;4615;p23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6" name="Google Shape;4616;p23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7" name="Google Shape;4617;p23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618" name="Google Shape;4618;p23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4619" name="Google Shape;4619;p23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0" name="Google Shape;4620;p23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1" name="Google Shape;4621;p23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2" name="Google Shape;4622;p23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3" name="Google Shape;4623;p23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4" name="Google Shape;4624;p23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5" name="Google Shape;4625;p23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6" name="Google Shape;4626;p23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7" name="Google Shape;4627;p23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8" name="Google Shape;4628;p23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9" name="Google Shape;4629;p23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0" name="Google Shape;4630;p23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1" name="Google Shape;4631;p23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2" name="Google Shape;4632;p23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33" name="Google Shape;4633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7">
    <p:spTree>
      <p:nvGrpSpPr>
        <p:cNvPr id="4634" name="Shape 4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5" name="Google Shape;4635;p24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4636" name="Google Shape;4636;p24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4637" name="Google Shape;4637;p24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8" name="Google Shape;4638;p24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9" name="Google Shape;4639;p24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0" name="Google Shape;4640;p24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1" name="Google Shape;4641;p24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2" name="Google Shape;4642;p24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43" name="Google Shape;4643;p24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4644" name="Google Shape;4644;p24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5" name="Google Shape;4645;p24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6" name="Google Shape;4646;p24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7" name="Google Shape;4647;p24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8" name="Google Shape;4648;p24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9" name="Google Shape;4649;p24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0" name="Google Shape;4650;p24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51" name="Google Shape;4651;p24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4652" name="Google Shape;4652;p24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3" name="Google Shape;4653;p24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4" name="Google Shape;4654;p24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5" name="Google Shape;4655;p24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6" name="Google Shape;4656;p24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7" name="Google Shape;4657;p24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58" name="Google Shape;4658;p24"/>
          <p:cNvSpPr txBox="1"/>
          <p:nvPr>
            <p:ph idx="1" type="subTitle"/>
          </p:nvPr>
        </p:nvSpPr>
        <p:spPr>
          <a:xfrm>
            <a:off x="713100" y="1134125"/>
            <a:ext cx="3739500" cy="3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9pPr>
          </a:lstStyle>
          <a:p/>
        </p:txBody>
      </p:sp>
      <p:sp>
        <p:nvSpPr>
          <p:cNvPr id="4659" name="Google Shape;4659;p24"/>
          <p:cNvSpPr txBox="1"/>
          <p:nvPr>
            <p:ph idx="2" type="subTitle"/>
          </p:nvPr>
        </p:nvSpPr>
        <p:spPr>
          <a:xfrm>
            <a:off x="4689400" y="1639400"/>
            <a:ext cx="3739500" cy="29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Maven Pro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■"/>
              <a:defRPr/>
            </a:lvl9pPr>
          </a:lstStyle>
          <a:p/>
        </p:txBody>
      </p:sp>
      <p:sp>
        <p:nvSpPr>
          <p:cNvPr id="4660" name="Google Shape;4660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661" name="Google Shape;4661;p24"/>
          <p:cNvGrpSpPr/>
          <p:nvPr/>
        </p:nvGrpSpPr>
        <p:grpSpPr>
          <a:xfrm flipH="1" rot="10800000">
            <a:off x="-310900" y="166725"/>
            <a:ext cx="9932525" cy="101238"/>
            <a:chOff x="-871025" y="2187363"/>
            <a:chExt cx="9932525" cy="101238"/>
          </a:xfrm>
        </p:grpSpPr>
        <p:sp>
          <p:nvSpPr>
            <p:cNvPr id="4662" name="Google Shape;4662;p24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63" name="Google Shape;4663;p24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4664" name="Google Shape;4664;p24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5" name="Google Shape;4665;p24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6" name="Google Shape;4666;p24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7" name="Google Shape;4667;p24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8" name="Google Shape;4668;p24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9" name="Google Shape;4669;p24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0" name="Google Shape;4670;p24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1" name="Google Shape;4671;p24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2" name="Google Shape;4672;p24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3" name="Google Shape;4673;p24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4" name="Google Shape;4674;p24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75" name="Google Shape;4675;p24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4676" name="Google Shape;4676;p24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7" name="Google Shape;4677;p24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8" name="Google Shape;4678;p24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9" name="Google Shape;4679;p24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0" name="Google Shape;4680;p24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1" name="Google Shape;4681;p24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2" name="Google Shape;4682;p24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3" name="Google Shape;4683;p24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4" name="Google Shape;4684;p24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5" name="Google Shape;4685;p24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6" name="Google Shape;4686;p24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87" name="Google Shape;4687;p24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4688" name="Google Shape;4688;p24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9" name="Google Shape;4689;p24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0" name="Google Shape;4690;p24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1" name="Google Shape;4691;p24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2" name="Google Shape;4692;p24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3" name="Google Shape;4693;p24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4" name="Google Shape;4694;p24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5" name="Google Shape;4695;p24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6" name="Google Shape;4696;p24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7" name="Google Shape;4697;p24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8" name="Google Shape;4698;p24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99" name="Google Shape;4699;p24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4700" name="Google Shape;4700;p24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1" name="Google Shape;4701;p24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2" name="Google Shape;4702;p24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3" name="Google Shape;4703;p24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4" name="Google Shape;4704;p24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5" name="Google Shape;4705;p24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6" name="Google Shape;4706;p24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7" name="Google Shape;4707;p24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8" name="Google Shape;4708;p24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9" name="Google Shape;4709;p24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0" name="Google Shape;4710;p24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11" name="Google Shape;4711;p24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4712" name="Google Shape;4712;p24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3" name="Google Shape;4713;p24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4" name="Google Shape;4714;p24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5" name="Google Shape;4715;p24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6" name="Google Shape;4716;p24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7" name="Google Shape;4717;p24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8" name="Google Shape;4718;p24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9" name="Google Shape;4719;p24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0" name="Google Shape;4720;p24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1" name="Google Shape;4721;p24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2" name="Google Shape;4722;p24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23" name="Google Shape;4723;p24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4724" name="Google Shape;4724;p24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5" name="Google Shape;4725;p24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6" name="Google Shape;4726;p24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7" name="Google Shape;4727;p24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8" name="Google Shape;4728;p24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9" name="Google Shape;4729;p24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0" name="Google Shape;4730;p24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1" name="Google Shape;4731;p24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2" name="Google Shape;4732;p24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3" name="Google Shape;4733;p24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4" name="Google Shape;4734;p24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735" name="Google Shape;4735;p24"/>
          <p:cNvGrpSpPr/>
          <p:nvPr/>
        </p:nvGrpSpPr>
        <p:grpSpPr>
          <a:xfrm rot="10800000">
            <a:off x="-1213050" y="4857525"/>
            <a:ext cx="10718550" cy="117400"/>
            <a:chOff x="-295125" y="5026100"/>
            <a:chExt cx="10718550" cy="117400"/>
          </a:xfrm>
        </p:grpSpPr>
        <p:sp>
          <p:nvSpPr>
            <p:cNvPr id="4736" name="Google Shape;4736;p24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37" name="Google Shape;4737;p24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4738" name="Google Shape;4738;p24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4739" name="Google Shape;4739;p24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0" name="Google Shape;4740;p24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1" name="Google Shape;4741;p24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2" name="Google Shape;4742;p24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3" name="Google Shape;4743;p24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4" name="Google Shape;4744;p24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5" name="Google Shape;4745;p24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6" name="Google Shape;4746;p24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7" name="Google Shape;4747;p24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8" name="Google Shape;4748;p24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9" name="Google Shape;4749;p24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0" name="Google Shape;4750;p24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1" name="Google Shape;4751;p24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2" name="Google Shape;4752;p24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53" name="Google Shape;4753;p24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4754" name="Google Shape;4754;p24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5" name="Google Shape;4755;p24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6" name="Google Shape;4756;p24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7" name="Google Shape;4757;p24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8" name="Google Shape;4758;p24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9" name="Google Shape;4759;p24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0" name="Google Shape;4760;p24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1" name="Google Shape;4761;p24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2" name="Google Shape;4762;p24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3" name="Google Shape;4763;p24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4" name="Google Shape;4764;p24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5" name="Google Shape;4765;p24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6" name="Google Shape;4766;p24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7" name="Google Shape;4767;p24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768" name="Google Shape;4768;p24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4769" name="Google Shape;4769;p24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4770" name="Google Shape;4770;p24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1" name="Google Shape;4771;p24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2" name="Google Shape;4772;p24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3" name="Google Shape;4773;p24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4" name="Google Shape;4774;p24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5" name="Google Shape;4775;p24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6" name="Google Shape;4776;p24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7" name="Google Shape;4777;p24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8" name="Google Shape;4778;p24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9" name="Google Shape;4779;p24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0" name="Google Shape;4780;p24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1" name="Google Shape;4781;p24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2" name="Google Shape;4782;p24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3" name="Google Shape;4783;p24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84" name="Google Shape;4784;p24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4785" name="Google Shape;4785;p24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6" name="Google Shape;4786;p24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7" name="Google Shape;4787;p24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8" name="Google Shape;4788;p24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9" name="Google Shape;4789;p24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0" name="Google Shape;4790;p24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1" name="Google Shape;4791;p24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2" name="Google Shape;4792;p24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3" name="Google Shape;4793;p24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4" name="Google Shape;4794;p24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5" name="Google Shape;4795;p24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6" name="Google Shape;4796;p24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7" name="Google Shape;4797;p24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8" name="Google Shape;4798;p24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799" name="Google Shape;4799;p24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4800" name="Google Shape;4800;p24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4801" name="Google Shape;4801;p24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2" name="Google Shape;4802;p24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3" name="Google Shape;4803;p24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4" name="Google Shape;4804;p24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5" name="Google Shape;4805;p24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6" name="Google Shape;4806;p24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7" name="Google Shape;4807;p24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8" name="Google Shape;4808;p24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9" name="Google Shape;4809;p24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0" name="Google Shape;4810;p24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1" name="Google Shape;4811;p24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2" name="Google Shape;4812;p24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3" name="Google Shape;4813;p24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4" name="Google Shape;4814;p24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815" name="Google Shape;4815;p24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4816" name="Google Shape;4816;p24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7" name="Google Shape;4817;p24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8" name="Google Shape;4818;p24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9" name="Google Shape;4819;p24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0" name="Google Shape;4820;p24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1" name="Google Shape;4821;p24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2" name="Google Shape;4822;p24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3" name="Google Shape;4823;p24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4" name="Google Shape;4824;p24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5" name="Google Shape;4825;p24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6" name="Google Shape;4826;p24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7" name="Google Shape;4827;p24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8" name="Google Shape;4828;p24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9" name="Google Shape;4829;p24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830" name="Google Shape;4830;p24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4831" name="Google Shape;4831;p24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2" name="Google Shape;4832;p24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3" name="Google Shape;4833;p24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4" name="Google Shape;4834;p24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5" name="Google Shape;4835;p24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6" name="Google Shape;4836;p24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7" name="Google Shape;4837;p24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8" name="Google Shape;4838;p24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9" name="Google Shape;4839;p24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0" name="Google Shape;4840;p24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1" name="Google Shape;4841;p24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2" name="Google Shape;4842;p24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3" name="Google Shape;4843;p24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4" name="Google Shape;4844;p24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45" name="Google Shape;4845;p24"/>
          <p:cNvGrpSpPr/>
          <p:nvPr/>
        </p:nvGrpSpPr>
        <p:grpSpPr>
          <a:xfrm>
            <a:off x="359335" y="1738432"/>
            <a:ext cx="134691" cy="140500"/>
            <a:chOff x="10" y="1980682"/>
            <a:chExt cx="134691" cy="140500"/>
          </a:xfrm>
        </p:grpSpPr>
        <p:sp>
          <p:nvSpPr>
            <p:cNvPr id="4846" name="Google Shape;4846;p24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7" name="Google Shape;4847;p24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48" name="Google Shape;4848;p24"/>
          <p:cNvGrpSpPr/>
          <p:nvPr/>
        </p:nvGrpSpPr>
        <p:grpSpPr>
          <a:xfrm>
            <a:off x="220263" y="4666309"/>
            <a:ext cx="139069" cy="132484"/>
            <a:chOff x="6974538" y="4344709"/>
            <a:chExt cx="139069" cy="132484"/>
          </a:xfrm>
        </p:grpSpPr>
        <p:sp>
          <p:nvSpPr>
            <p:cNvPr id="4849" name="Google Shape;4849;p24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0" name="Google Shape;4850;p24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51" name="Google Shape;4851;p24"/>
          <p:cNvGrpSpPr/>
          <p:nvPr/>
        </p:nvGrpSpPr>
        <p:grpSpPr>
          <a:xfrm>
            <a:off x="7959835" y="4662294"/>
            <a:ext cx="134691" cy="140500"/>
            <a:chOff x="5391935" y="668507"/>
            <a:chExt cx="134691" cy="140500"/>
          </a:xfrm>
        </p:grpSpPr>
        <p:sp>
          <p:nvSpPr>
            <p:cNvPr id="4852" name="Google Shape;4852;p24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3" name="Google Shape;4853;p24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54" name="Google Shape;4854;p24"/>
          <p:cNvGrpSpPr/>
          <p:nvPr/>
        </p:nvGrpSpPr>
        <p:grpSpPr>
          <a:xfrm>
            <a:off x="3202445" y="527333"/>
            <a:ext cx="98100" cy="107593"/>
            <a:chOff x="151270" y="809008"/>
            <a:chExt cx="98100" cy="107593"/>
          </a:xfrm>
        </p:grpSpPr>
        <p:sp>
          <p:nvSpPr>
            <p:cNvPr id="4855" name="Google Shape;4855;p24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6" name="Google Shape;4856;p24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57" name="Google Shape;4857;p24"/>
          <p:cNvGrpSpPr/>
          <p:nvPr/>
        </p:nvGrpSpPr>
        <p:grpSpPr>
          <a:xfrm>
            <a:off x="2924926" y="4608497"/>
            <a:ext cx="139069" cy="132484"/>
            <a:chOff x="2908251" y="4753922"/>
            <a:chExt cx="139069" cy="132484"/>
          </a:xfrm>
        </p:grpSpPr>
        <p:sp>
          <p:nvSpPr>
            <p:cNvPr id="4858" name="Google Shape;4858;p24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9" name="Google Shape;4859;p24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0" name="Google Shape;4860;p24"/>
          <p:cNvGrpSpPr/>
          <p:nvPr/>
        </p:nvGrpSpPr>
        <p:grpSpPr>
          <a:xfrm>
            <a:off x="7061670" y="4409733"/>
            <a:ext cx="98100" cy="107593"/>
            <a:chOff x="298495" y="3020846"/>
            <a:chExt cx="98100" cy="107593"/>
          </a:xfrm>
        </p:grpSpPr>
        <p:sp>
          <p:nvSpPr>
            <p:cNvPr id="4861" name="Google Shape;4861;p24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2" name="Google Shape;4862;p24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3" name="Google Shape;4863;p24"/>
          <p:cNvGrpSpPr/>
          <p:nvPr/>
        </p:nvGrpSpPr>
        <p:grpSpPr>
          <a:xfrm>
            <a:off x="1148360" y="356294"/>
            <a:ext cx="134691" cy="140500"/>
            <a:chOff x="10" y="1980682"/>
            <a:chExt cx="134691" cy="140500"/>
          </a:xfrm>
        </p:grpSpPr>
        <p:sp>
          <p:nvSpPr>
            <p:cNvPr id="4864" name="Google Shape;4864;p24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5" name="Google Shape;4865;p24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6" name="Google Shape;4866;p24"/>
          <p:cNvGrpSpPr/>
          <p:nvPr/>
        </p:nvGrpSpPr>
        <p:grpSpPr>
          <a:xfrm>
            <a:off x="122138" y="2679059"/>
            <a:ext cx="139069" cy="132484"/>
            <a:chOff x="925663" y="2413659"/>
            <a:chExt cx="139069" cy="132484"/>
          </a:xfrm>
        </p:grpSpPr>
        <p:sp>
          <p:nvSpPr>
            <p:cNvPr id="4867" name="Google Shape;4867;p24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8" name="Google Shape;4868;p24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9" name="Google Shape;4869;p24"/>
          <p:cNvGrpSpPr/>
          <p:nvPr/>
        </p:nvGrpSpPr>
        <p:grpSpPr>
          <a:xfrm>
            <a:off x="8405085" y="2895032"/>
            <a:ext cx="134691" cy="140500"/>
            <a:chOff x="8180660" y="3700657"/>
            <a:chExt cx="134691" cy="140500"/>
          </a:xfrm>
        </p:grpSpPr>
        <p:sp>
          <p:nvSpPr>
            <p:cNvPr id="4870" name="Google Shape;4870;p24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1" name="Google Shape;4871;p24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2" name="Google Shape;4872;p24"/>
          <p:cNvGrpSpPr/>
          <p:nvPr/>
        </p:nvGrpSpPr>
        <p:grpSpPr>
          <a:xfrm>
            <a:off x="8730060" y="1877907"/>
            <a:ext cx="134691" cy="140500"/>
            <a:chOff x="8782710" y="3004407"/>
            <a:chExt cx="134691" cy="140500"/>
          </a:xfrm>
        </p:grpSpPr>
        <p:sp>
          <p:nvSpPr>
            <p:cNvPr id="4873" name="Google Shape;4873;p24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4" name="Google Shape;4874;p24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5" name="Google Shape;4875;p24"/>
          <p:cNvGrpSpPr/>
          <p:nvPr/>
        </p:nvGrpSpPr>
        <p:grpSpPr>
          <a:xfrm>
            <a:off x="7691576" y="926572"/>
            <a:ext cx="139069" cy="132484"/>
            <a:chOff x="6787926" y="360297"/>
            <a:chExt cx="139069" cy="132484"/>
          </a:xfrm>
        </p:grpSpPr>
        <p:sp>
          <p:nvSpPr>
            <p:cNvPr id="4876" name="Google Shape;4876;p24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7" name="Google Shape;4877;p24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8" name="Google Shape;4878;p24"/>
          <p:cNvGrpSpPr/>
          <p:nvPr/>
        </p:nvGrpSpPr>
        <p:grpSpPr>
          <a:xfrm>
            <a:off x="5426635" y="4662307"/>
            <a:ext cx="134691" cy="140500"/>
            <a:chOff x="3516385" y="421707"/>
            <a:chExt cx="134691" cy="140500"/>
          </a:xfrm>
        </p:grpSpPr>
        <p:sp>
          <p:nvSpPr>
            <p:cNvPr id="4879" name="Google Shape;4879;p24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0" name="Google Shape;4880;p24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1" name="Google Shape;4881;p24"/>
          <p:cNvGrpSpPr/>
          <p:nvPr/>
        </p:nvGrpSpPr>
        <p:grpSpPr>
          <a:xfrm>
            <a:off x="8664673" y="4132907"/>
            <a:ext cx="134691" cy="140500"/>
            <a:chOff x="7608023" y="4524632"/>
            <a:chExt cx="134691" cy="140500"/>
          </a:xfrm>
        </p:grpSpPr>
        <p:sp>
          <p:nvSpPr>
            <p:cNvPr id="4882" name="Google Shape;4882;p24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3" name="Google Shape;4883;p24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4" name="Google Shape;4884;p24"/>
          <p:cNvGrpSpPr/>
          <p:nvPr/>
        </p:nvGrpSpPr>
        <p:grpSpPr>
          <a:xfrm>
            <a:off x="511363" y="812434"/>
            <a:ext cx="139069" cy="132484"/>
            <a:chOff x="6974538" y="4344709"/>
            <a:chExt cx="139069" cy="132484"/>
          </a:xfrm>
        </p:grpSpPr>
        <p:sp>
          <p:nvSpPr>
            <p:cNvPr id="4885" name="Google Shape;4885;p24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6" name="Google Shape;4886;p24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7" name="Google Shape;4887;p24"/>
          <p:cNvGrpSpPr/>
          <p:nvPr/>
        </p:nvGrpSpPr>
        <p:grpSpPr>
          <a:xfrm>
            <a:off x="8539773" y="394507"/>
            <a:ext cx="134691" cy="140500"/>
            <a:chOff x="1062773" y="3863207"/>
            <a:chExt cx="134691" cy="140500"/>
          </a:xfrm>
        </p:grpSpPr>
        <p:sp>
          <p:nvSpPr>
            <p:cNvPr id="4888" name="Google Shape;4888;p24"/>
            <p:cNvSpPr/>
            <p:nvPr/>
          </p:nvSpPr>
          <p:spPr>
            <a:xfrm rot="6625235">
              <a:off x="1074155" y="38824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9" name="Google Shape;4889;p24"/>
            <p:cNvSpPr/>
            <p:nvPr/>
          </p:nvSpPr>
          <p:spPr>
            <a:xfrm>
              <a:off x="1128169" y="3908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8">
    <p:spTree>
      <p:nvGrpSpPr>
        <p:cNvPr id="4890" name="Shape 4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1" name="Google Shape;4891;p25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4892" name="Google Shape;4892;p25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4893" name="Google Shape;4893;p25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4" name="Google Shape;4894;p25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5" name="Google Shape;4895;p25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6" name="Google Shape;4896;p25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7" name="Google Shape;4897;p25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8" name="Google Shape;4898;p25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99" name="Google Shape;4899;p25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4900" name="Google Shape;4900;p25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1" name="Google Shape;4901;p25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2" name="Google Shape;4902;p25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3" name="Google Shape;4903;p25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4" name="Google Shape;4904;p25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5" name="Google Shape;4905;p25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6" name="Google Shape;4906;p25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07" name="Google Shape;4907;p25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4908" name="Google Shape;4908;p25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9" name="Google Shape;4909;p25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0" name="Google Shape;4910;p25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1" name="Google Shape;4911;p25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2" name="Google Shape;4912;p25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3" name="Google Shape;4913;p25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914" name="Google Shape;4914;p25"/>
          <p:cNvSpPr txBox="1"/>
          <p:nvPr>
            <p:ph idx="1" type="subTitle"/>
          </p:nvPr>
        </p:nvSpPr>
        <p:spPr>
          <a:xfrm>
            <a:off x="713100" y="1134125"/>
            <a:ext cx="3739500" cy="3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9pPr>
          </a:lstStyle>
          <a:p/>
        </p:txBody>
      </p:sp>
      <p:sp>
        <p:nvSpPr>
          <p:cNvPr id="4915" name="Google Shape;4915;p25"/>
          <p:cNvSpPr txBox="1"/>
          <p:nvPr>
            <p:ph idx="2" type="subTitle"/>
          </p:nvPr>
        </p:nvSpPr>
        <p:spPr>
          <a:xfrm>
            <a:off x="4689400" y="1523775"/>
            <a:ext cx="3739500" cy="308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Maven Pro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aven Pro"/>
              <a:buChar char="■"/>
              <a:defRPr/>
            </a:lvl9pPr>
          </a:lstStyle>
          <a:p/>
        </p:txBody>
      </p:sp>
      <p:sp>
        <p:nvSpPr>
          <p:cNvPr id="4916" name="Google Shape;491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917" name="Google Shape;4917;p25"/>
          <p:cNvGrpSpPr/>
          <p:nvPr/>
        </p:nvGrpSpPr>
        <p:grpSpPr>
          <a:xfrm>
            <a:off x="-334925" y="166725"/>
            <a:ext cx="10718550" cy="117400"/>
            <a:chOff x="-295125" y="5026100"/>
            <a:chExt cx="10718550" cy="117400"/>
          </a:xfrm>
        </p:grpSpPr>
        <p:sp>
          <p:nvSpPr>
            <p:cNvPr id="4918" name="Google Shape;4918;p25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19" name="Google Shape;4919;p25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4920" name="Google Shape;4920;p25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4921" name="Google Shape;4921;p25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2" name="Google Shape;4922;p25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3" name="Google Shape;4923;p25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4" name="Google Shape;4924;p25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5" name="Google Shape;4925;p25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6" name="Google Shape;4926;p25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7" name="Google Shape;4927;p25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8" name="Google Shape;4928;p25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9" name="Google Shape;4929;p25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0" name="Google Shape;4930;p25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1" name="Google Shape;4931;p25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2" name="Google Shape;4932;p25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3" name="Google Shape;4933;p25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4" name="Google Shape;4934;p25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935" name="Google Shape;4935;p25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4936" name="Google Shape;4936;p25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7" name="Google Shape;4937;p25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8" name="Google Shape;4938;p25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9" name="Google Shape;4939;p25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0" name="Google Shape;4940;p25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1" name="Google Shape;4941;p25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2" name="Google Shape;4942;p25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3" name="Google Shape;4943;p25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4" name="Google Shape;4944;p25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5" name="Google Shape;4945;p25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6" name="Google Shape;4946;p25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7" name="Google Shape;4947;p25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8" name="Google Shape;4948;p25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9" name="Google Shape;4949;p25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950" name="Google Shape;4950;p25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4951" name="Google Shape;4951;p25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4952" name="Google Shape;4952;p25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3" name="Google Shape;4953;p25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4" name="Google Shape;4954;p25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5" name="Google Shape;4955;p25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6" name="Google Shape;4956;p25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7" name="Google Shape;4957;p25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8" name="Google Shape;4958;p25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9" name="Google Shape;4959;p25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0" name="Google Shape;4960;p25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1" name="Google Shape;4961;p25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2" name="Google Shape;4962;p25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3" name="Google Shape;4963;p25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4" name="Google Shape;4964;p25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5" name="Google Shape;4965;p25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966" name="Google Shape;4966;p25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4967" name="Google Shape;4967;p25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8" name="Google Shape;4968;p25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9" name="Google Shape;4969;p25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0" name="Google Shape;4970;p25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1" name="Google Shape;4971;p25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2" name="Google Shape;4972;p25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3" name="Google Shape;4973;p25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4" name="Google Shape;4974;p25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5" name="Google Shape;4975;p25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6" name="Google Shape;4976;p25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7" name="Google Shape;4977;p25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8" name="Google Shape;4978;p25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9" name="Google Shape;4979;p25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0" name="Google Shape;4980;p25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981" name="Google Shape;4981;p25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4982" name="Google Shape;4982;p25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4983" name="Google Shape;4983;p25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4" name="Google Shape;4984;p25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5" name="Google Shape;4985;p25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6" name="Google Shape;4986;p25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7" name="Google Shape;4987;p25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8" name="Google Shape;4988;p25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9" name="Google Shape;4989;p25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0" name="Google Shape;4990;p25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1" name="Google Shape;4991;p25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2" name="Google Shape;4992;p25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3" name="Google Shape;4993;p25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4" name="Google Shape;4994;p25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5" name="Google Shape;4995;p25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6" name="Google Shape;4996;p25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997" name="Google Shape;4997;p25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4998" name="Google Shape;4998;p25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9" name="Google Shape;4999;p25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0" name="Google Shape;5000;p25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1" name="Google Shape;5001;p25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2" name="Google Shape;5002;p25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3" name="Google Shape;5003;p25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4" name="Google Shape;5004;p25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5" name="Google Shape;5005;p25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6" name="Google Shape;5006;p25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7" name="Google Shape;5007;p25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8" name="Google Shape;5008;p25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9" name="Google Shape;5009;p25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10" name="Google Shape;5010;p25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11" name="Google Shape;5011;p25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012" name="Google Shape;5012;p25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5013" name="Google Shape;5013;p25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4" name="Google Shape;5014;p25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5" name="Google Shape;5015;p25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6" name="Google Shape;5016;p25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7" name="Google Shape;5017;p25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8" name="Google Shape;5018;p25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9" name="Google Shape;5019;p25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0" name="Google Shape;5020;p25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1" name="Google Shape;5021;p25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2" name="Google Shape;5022;p25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3" name="Google Shape;5023;p25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4" name="Google Shape;5024;p25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5" name="Google Shape;5025;p25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6" name="Google Shape;5026;p25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027" name="Google Shape;5027;p25"/>
          <p:cNvGrpSpPr/>
          <p:nvPr/>
        </p:nvGrpSpPr>
        <p:grpSpPr>
          <a:xfrm flipH="1">
            <a:off x="-451050" y="4873688"/>
            <a:ext cx="9932525" cy="101238"/>
            <a:chOff x="-871025" y="2187363"/>
            <a:chExt cx="9932525" cy="101238"/>
          </a:xfrm>
        </p:grpSpPr>
        <p:sp>
          <p:nvSpPr>
            <p:cNvPr id="5028" name="Google Shape;5028;p25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29" name="Google Shape;5029;p25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5030" name="Google Shape;5030;p25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1" name="Google Shape;5031;p25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2" name="Google Shape;5032;p25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3" name="Google Shape;5033;p25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4" name="Google Shape;5034;p25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5" name="Google Shape;5035;p25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6" name="Google Shape;5036;p25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7" name="Google Shape;5037;p25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8" name="Google Shape;5038;p25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9" name="Google Shape;5039;p25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0" name="Google Shape;5040;p25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41" name="Google Shape;5041;p25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5042" name="Google Shape;5042;p25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3" name="Google Shape;5043;p25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4" name="Google Shape;5044;p25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5" name="Google Shape;5045;p25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6" name="Google Shape;5046;p25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7" name="Google Shape;5047;p25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8" name="Google Shape;5048;p25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9" name="Google Shape;5049;p25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0" name="Google Shape;5050;p25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1" name="Google Shape;5051;p25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2" name="Google Shape;5052;p25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53" name="Google Shape;5053;p25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5054" name="Google Shape;5054;p25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5" name="Google Shape;5055;p25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6" name="Google Shape;5056;p25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7" name="Google Shape;5057;p25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8" name="Google Shape;5058;p25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9" name="Google Shape;5059;p25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0" name="Google Shape;5060;p25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1" name="Google Shape;5061;p25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2" name="Google Shape;5062;p25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3" name="Google Shape;5063;p25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4" name="Google Shape;5064;p25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65" name="Google Shape;5065;p25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5066" name="Google Shape;5066;p25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7" name="Google Shape;5067;p25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8" name="Google Shape;5068;p25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9" name="Google Shape;5069;p25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0" name="Google Shape;5070;p25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1" name="Google Shape;5071;p25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2" name="Google Shape;5072;p25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3" name="Google Shape;5073;p25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4" name="Google Shape;5074;p25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5" name="Google Shape;5075;p25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6" name="Google Shape;5076;p25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77" name="Google Shape;5077;p25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5078" name="Google Shape;5078;p25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9" name="Google Shape;5079;p25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0" name="Google Shape;5080;p25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1" name="Google Shape;5081;p25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2" name="Google Shape;5082;p25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3" name="Google Shape;5083;p25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4" name="Google Shape;5084;p25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5" name="Google Shape;5085;p25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6" name="Google Shape;5086;p25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7" name="Google Shape;5087;p25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8" name="Google Shape;5088;p25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89" name="Google Shape;5089;p25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5090" name="Google Shape;5090;p25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1" name="Google Shape;5091;p25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2" name="Google Shape;5092;p25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3" name="Google Shape;5093;p25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4" name="Google Shape;5094;p25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5" name="Google Shape;5095;p25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6" name="Google Shape;5096;p25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7" name="Google Shape;5097;p25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8" name="Google Shape;5098;p25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9" name="Google Shape;5099;p25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0" name="Google Shape;5100;p25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101" name="Google Shape;5101;p25"/>
          <p:cNvGrpSpPr/>
          <p:nvPr/>
        </p:nvGrpSpPr>
        <p:grpSpPr>
          <a:xfrm flipH="1">
            <a:off x="8511168" y="3385021"/>
            <a:ext cx="98100" cy="107593"/>
            <a:chOff x="298495" y="3020846"/>
            <a:chExt cx="98100" cy="107593"/>
          </a:xfrm>
        </p:grpSpPr>
        <p:sp>
          <p:nvSpPr>
            <p:cNvPr id="5102" name="Google Shape;5102;p25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3" name="Google Shape;5103;p25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4" name="Google Shape;5104;p25"/>
          <p:cNvGrpSpPr/>
          <p:nvPr/>
        </p:nvGrpSpPr>
        <p:grpSpPr>
          <a:xfrm flipH="1">
            <a:off x="8492863" y="1738432"/>
            <a:ext cx="134691" cy="140500"/>
            <a:chOff x="10" y="1980682"/>
            <a:chExt cx="134691" cy="140500"/>
          </a:xfrm>
        </p:grpSpPr>
        <p:sp>
          <p:nvSpPr>
            <p:cNvPr id="5105" name="Google Shape;5105;p25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6" name="Google Shape;5106;p25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7" name="Google Shape;5107;p25"/>
          <p:cNvGrpSpPr/>
          <p:nvPr/>
        </p:nvGrpSpPr>
        <p:grpSpPr>
          <a:xfrm flipH="1">
            <a:off x="8627557" y="4666309"/>
            <a:ext cx="139069" cy="132484"/>
            <a:chOff x="6974538" y="4344709"/>
            <a:chExt cx="139069" cy="132484"/>
          </a:xfrm>
        </p:grpSpPr>
        <p:sp>
          <p:nvSpPr>
            <p:cNvPr id="5108" name="Google Shape;5108;p25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9" name="Google Shape;5109;p25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0" name="Google Shape;5110;p25"/>
          <p:cNvGrpSpPr/>
          <p:nvPr/>
        </p:nvGrpSpPr>
        <p:grpSpPr>
          <a:xfrm flipH="1">
            <a:off x="5922895" y="4608497"/>
            <a:ext cx="139069" cy="132484"/>
            <a:chOff x="2908251" y="4753922"/>
            <a:chExt cx="139069" cy="132484"/>
          </a:xfrm>
        </p:grpSpPr>
        <p:sp>
          <p:nvSpPr>
            <p:cNvPr id="5111" name="Google Shape;5111;p25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2" name="Google Shape;5112;p25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3" name="Google Shape;5113;p25"/>
          <p:cNvGrpSpPr/>
          <p:nvPr/>
        </p:nvGrpSpPr>
        <p:grpSpPr>
          <a:xfrm flipH="1">
            <a:off x="7374393" y="4620933"/>
            <a:ext cx="98100" cy="107593"/>
            <a:chOff x="298495" y="3020846"/>
            <a:chExt cx="98100" cy="107593"/>
          </a:xfrm>
        </p:grpSpPr>
        <p:sp>
          <p:nvSpPr>
            <p:cNvPr id="5114" name="Google Shape;5114;p25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5" name="Google Shape;5115;p25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6" name="Google Shape;5116;p25"/>
          <p:cNvGrpSpPr/>
          <p:nvPr/>
        </p:nvGrpSpPr>
        <p:grpSpPr>
          <a:xfrm flipH="1">
            <a:off x="7647938" y="833694"/>
            <a:ext cx="134691" cy="140500"/>
            <a:chOff x="10" y="1980682"/>
            <a:chExt cx="134691" cy="140500"/>
          </a:xfrm>
        </p:grpSpPr>
        <p:sp>
          <p:nvSpPr>
            <p:cNvPr id="5117" name="Google Shape;5117;p25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8" name="Google Shape;5118;p25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9" name="Google Shape;5119;p25"/>
          <p:cNvGrpSpPr/>
          <p:nvPr/>
        </p:nvGrpSpPr>
        <p:grpSpPr>
          <a:xfrm flipH="1">
            <a:off x="8725682" y="2679059"/>
            <a:ext cx="139069" cy="132484"/>
            <a:chOff x="925663" y="2413659"/>
            <a:chExt cx="139069" cy="132484"/>
          </a:xfrm>
        </p:grpSpPr>
        <p:sp>
          <p:nvSpPr>
            <p:cNvPr id="5120" name="Google Shape;5120;p25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1" name="Google Shape;5121;p25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22" name="Google Shape;5122;p25"/>
          <p:cNvGrpSpPr/>
          <p:nvPr/>
        </p:nvGrpSpPr>
        <p:grpSpPr>
          <a:xfrm flipH="1">
            <a:off x="122138" y="4379707"/>
            <a:ext cx="134691" cy="140500"/>
            <a:chOff x="8180660" y="3700657"/>
            <a:chExt cx="134691" cy="140500"/>
          </a:xfrm>
        </p:grpSpPr>
        <p:sp>
          <p:nvSpPr>
            <p:cNvPr id="5123" name="Google Shape;5123;p25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4" name="Google Shape;5124;p25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25" name="Google Shape;5125;p25"/>
          <p:cNvGrpSpPr/>
          <p:nvPr/>
        </p:nvGrpSpPr>
        <p:grpSpPr>
          <a:xfrm flipH="1">
            <a:off x="122138" y="1877907"/>
            <a:ext cx="134691" cy="140500"/>
            <a:chOff x="8782710" y="3004407"/>
            <a:chExt cx="134691" cy="140500"/>
          </a:xfrm>
        </p:grpSpPr>
        <p:sp>
          <p:nvSpPr>
            <p:cNvPr id="5126" name="Google Shape;5126;p25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7" name="Google Shape;5127;p25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28" name="Google Shape;5128;p25"/>
          <p:cNvGrpSpPr/>
          <p:nvPr/>
        </p:nvGrpSpPr>
        <p:grpSpPr>
          <a:xfrm flipH="1">
            <a:off x="1156245" y="926572"/>
            <a:ext cx="139069" cy="132484"/>
            <a:chOff x="6787926" y="360297"/>
            <a:chExt cx="139069" cy="132484"/>
          </a:xfrm>
        </p:grpSpPr>
        <p:sp>
          <p:nvSpPr>
            <p:cNvPr id="5129" name="Google Shape;5129;p25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0" name="Google Shape;5130;p25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31" name="Google Shape;5131;p25"/>
          <p:cNvGrpSpPr/>
          <p:nvPr/>
        </p:nvGrpSpPr>
        <p:grpSpPr>
          <a:xfrm flipH="1">
            <a:off x="3425563" y="4662307"/>
            <a:ext cx="134691" cy="140500"/>
            <a:chOff x="3516385" y="421707"/>
            <a:chExt cx="134691" cy="140500"/>
          </a:xfrm>
        </p:grpSpPr>
        <p:sp>
          <p:nvSpPr>
            <p:cNvPr id="5132" name="Google Shape;5132;p25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3" name="Google Shape;5133;p25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34" name="Google Shape;5134;p25"/>
          <p:cNvGrpSpPr/>
          <p:nvPr/>
        </p:nvGrpSpPr>
        <p:grpSpPr>
          <a:xfrm flipH="1">
            <a:off x="8336457" y="812434"/>
            <a:ext cx="139069" cy="132484"/>
            <a:chOff x="6974538" y="4344709"/>
            <a:chExt cx="139069" cy="132484"/>
          </a:xfrm>
        </p:grpSpPr>
        <p:sp>
          <p:nvSpPr>
            <p:cNvPr id="5135" name="Google Shape;5135;p25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6" name="Google Shape;5136;p25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37" name="Google Shape;5137;p25"/>
          <p:cNvGrpSpPr/>
          <p:nvPr/>
        </p:nvGrpSpPr>
        <p:grpSpPr>
          <a:xfrm flipH="1">
            <a:off x="312426" y="394507"/>
            <a:ext cx="134691" cy="140500"/>
            <a:chOff x="1062773" y="3863207"/>
            <a:chExt cx="134691" cy="140500"/>
          </a:xfrm>
        </p:grpSpPr>
        <p:sp>
          <p:nvSpPr>
            <p:cNvPr id="5138" name="Google Shape;5138;p25"/>
            <p:cNvSpPr/>
            <p:nvPr/>
          </p:nvSpPr>
          <p:spPr>
            <a:xfrm rot="6625235">
              <a:off x="1074155" y="38824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9" name="Google Shape;5139;p25"/>
            <p:cNvSpPr/>
            <p:nvPr/>
          </p:nvSpPr>
          <p:spPr>
            <a:xfrm>
              <a:off x="1128169" y="3908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5140" name="Shape 5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1" name="Google Shape;5141;p26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5142" name="Google Shape;5142;p26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5143" name="Google Shape;5143;p26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4" name="Google Shape;5144;p26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5" name="Google Shape;5145;p26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6" name="Google Shape;5146;p26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7" name="Google Shape;5147;p26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8" name="Google Shape;5148;p26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49" name="Google Shape;5149;p26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5150" name="Google Shape;5150;p26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1" name="Google Shape;5151;p26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2" name="Google Shape;5152;p26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3" name="Google Shape;5153;p26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4" name="Google Shape;5154;p26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5" name="Google Shape;5155;p26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6" name="Google Shape;5156;p26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57" name="Google Shape;5157;p26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5158" name="Google Shape;5158;p26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9" name="Google Shape;5159;p26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0" name="Google Shape;5160;p26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1" name="Google Shape;5161;p26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2" name="Google Shape;5162;p26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3" name="Google Shape;5163;p26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64" name="Google Shape;5164;p26"/>
          <p:cNvSpPr txBox="1"/>
          <p:nvPr>
            <p:ph type="ctrTitle"/>
          </p:nvPr>
        </p:nvSpPr>
        <p:spPr>
          <a:xfrm>
            <a:off x="2429950" y="849225"/>
            <a:ext cx="4284000" cy="5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65" name="Google Shape;5165;p26"/>
          <p:cNvSpPr txBox="1"/>
          <p:nvPr>
            <p:ph idx="1" type="subTitle"/>
          </p:nvPr>
        </p:nvSpPr>
        <p:spPr>
          <a:xfrm>
            <a:off x="3073600" y="1475950"/>
            <a:ext cx="2996700" cy="10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66" name="Google Shape;5166;p26"/>
          <p:cNvSpPr txBox="1"/>
          <p:nvPr/>
        </p:nvSpPr>
        <p:spPr>
          <a:xfrm>
            <a:off x="1509750" y="3446050"/>
            <a:ext cx="612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167" name="Google Shape;5167;p26"/>
          <p:cNvGrpSpPr/>
          <p:nvPr/>
        </p:nvGrpSpPr>
        <p:grpSpPr>
          <a:xfrm>
            <a:off x="-175725" y="4881000"/>
            <a:ext cx="9504988" cy="86625"/>
            <a:chOff x="-180675" y="4763425"/>
            <a:chExt cx="9504988" cy="86625"/>
          </a:xfrm>
        </p:grpSpPr>
        <p:sp>
          <p:nvSpPr>
            <p:cNvPr id="5168" name="Google Shape;5168;p26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69" name="Google Shape;5169;p26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5170" name="Google Shape;5170;p26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1" name="Google Shape;5171;p26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2" name="Google Shape;5172;p26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3" name="Google Shape;5173;p26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4" name="Google Shape;5174;p26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5" name="Google Shape;5175;p26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6" name="Google Shape;5176;p26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7" name="Google Shape;5177;p26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8" name="Google Shape;5178;p26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9" name="Google Shape;5179;p26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0" name="Google Shape;5180;p26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1" name="Google Shape;5181;p26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2" name="Google Shape;5182;p26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3" name="Google Shape;5183;p26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84" name="Google Shape;5184;p26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5185" name="Google Shape;5185;p26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6" name="Google Shape;5186;p26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7" name="Google Shape;5187;p26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8" name="Google Shape;5188;p26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9" name="Google Shape;5189;p26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0" name="Google Shape;5190;p26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1" name="Google Shape;5191;p26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2" name="Google Shape;5192;p26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3" name="Google Shape;5193;p26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4" name="Google Shape;5194;p26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5" name="Google Shape;5195;p26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6" name="Google Shape;5196;p26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7" name="Google Shape;5197;p26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8" name="Google Shape;5198;p26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99" name="Google Shape;5199;p26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5200" name="Google Shape;5200;p26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1" name="Google Shape;5201;p26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2" name="Google Shape;5202;p26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3" name="Google Shape;5203;p26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4" name="Google Shape;5204;p26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5" name="Google Shape;5205;p26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6" name="Google Shape;5206;p26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7" name="Google Shape;5207;p26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8" name="Google Shape;5208;p26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9" name="Google Shape;5209;p26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0" name="Google Shape;5210;p26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1" name="Google Shape;5211;p26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2" name="Google Shape;5212;p26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3" name="Google Shape;5213;p26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14" name="Google Shape;5214;p26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5215" name="Google Shape;5215;p26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6" name="Google Shape;5216;p26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7" name="Google Shape;5217;p26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8" name="Google Shape;5218;p26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9" name="Google Shape;5219;p26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0" name="Google Shape;5220;p26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1" name="Google Shape;5221;p26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2" name="Google Shape;5222;p26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3" name="Google Shape;5223;p26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4" name="Google Shape;5224;p26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5" name="Google Shape;5225;p26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6" name="Google Shape;5226;p26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7" name="Google Shape;5227;p26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8" name="Google Shape;5228;p26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229" name="Google Shape;5229;p26"/>
          <p:cNvGrpSpPr/>
          <p:nvPr/>
        </p:nvGrpSpPr>
        <p:grpSpPr>
          <a:xfrm>
            <a:off x="-290562" y="166713"/>
            <a:ext cx="9932525" cy="101238"/>
            <a:chOff x="-871025" y="2187363"/>
            <a:chExt cx="9932525" cy="101238"/>
          </a:xfrm>
        </p:grpSpPr>
        <p:sp>
          <p:nvSpPr>
            <p:cNvPr id="5230" name="Google Shape;5230;p26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31" name="Google Shape;5231;p26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5232" name="Google Shape;5232;p26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3" name="Google Shape;5233;p26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4" name="Google Shape;5234;p26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5" name="Google Shape;5235;p26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6" name="Google Shape;5236;p26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7" name="Google Shape;5237;p26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8" name="Google Shape;5238;p26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9" name="Google Shape;5239;p26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0" name="Google Shape;5240;p26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1" name="Google Shape;5241;p26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2" name="Google Shape;5242;p26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43" name="Google Shape;5243;p26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5244" name="Google Shape;5244;p26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5" name="Google Shape;5245;p26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6" name="Google Shape;5246;p26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7" name="Google Shape;5247;p26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8" name="Google Shape;5248;p26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9" name="Google Shape;5249;p26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0" name="Google Shape;5250;p26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1" name="Google Shape;5251;p26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2" name="Google Shape;5252;p26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3" name="Google Shape;5253;p26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4" name="Google Shape;5254;p26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55" name="Google Shape;5255;p26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5256" name="Google Shape;5256;p26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7" name="Google Shape;5257;p26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8" name="Google Shape;5258;p26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9" name="Google Shape;5259;p26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0" name="Google Shape;5260;p26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1" name="Google Shape;5261;p26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2" name="Google Shape;5262;p26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3" name="Google Shape;5263;p26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4" name="Google Shape;5264;p26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5" name="Google Shape;5265;p26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6" name="Google Shape;5266;p26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67" name="Google Shape;5267;p26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5268" name="Google Shape;5268;p26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9" name="Google Shape;5269;p26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0" name="Google Shape;5270;p26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1" name="Google Shape;5271;p26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2" name="Google Shape;5272;p26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3" name="Google Shape;5273;p26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4" name="Google Shape;5274;p26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5" name="Google Shape;5275;p26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6" name="Google Shape;5276;p26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7" name="Google Shape;5277;p26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8" name="Google Shape;5278;p26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79" name="Google Shape;5279;p26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5280" name="Google Shape;5280;p26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1" name="Google Shape;5281;p26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2" name="Google Shape;5282;p26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3" name="Google Shape;5283;p26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4" name="Google Shape;5284;p26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5" name="Google Shape;5285;p26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6" name="Google Shape;5286;p26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7" name="Google Shape;5287;p26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8" name="Google Shape;5288;p26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9" name="Google Shape;5289;p26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0" name="Google Shape;5290;p26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91" name="Google Shape;5291;p26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5292" name="Google Shape;5292;p26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3" name="Google Shape;5293;p26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4" name="Google Shape;5294;p26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5" name="Google Shape;5295;p26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6" name="Google Shape;5296;p26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7" name="Google Shape;5297;p26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8" name="Google Shape;5298;p26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9" name="Google Shape;5299;p26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0" name="Google Shape;5300;p26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1" name="Google Shape;5301;p26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2" name="Google Shape;5302;p26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303" name="Google Shape;5303;p26"/>
          <p:cNvGrpSpPr/>
          <p:nvPr/>
        </p:nvGrpSpPr>
        <p:grpSpPr>
          <a:xfrm>
            <a:off x="382655" y="3020846"/>
            <a:ext cx="98100" cy="107593"/>
            <a:chOff x="298495" y="3020846"/>
            <a:chExt cx="98100" cy="107593"/>
          </a:xfrm>
        </p:grpSpPr>
        <p:sp>
          <p:nvSpPr>
            <p:cNvPr id="5304" name="Google Shape;5304;p26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5" name="Google Shape;5305;p26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06" name="Google Shape;5306;p26"/>
          <p:cNvGrpSpPr/>
          <p:nvPr/>
        </p:nvGrpSpPr>
        <p:grpSpPr>
          <a:xfrm>
            <a:off x="84170" y="1980682"/>
            <a:ext cx="134691" cy="140500"/>
            <a:chOff x="10" y="1980682"/>
            <a:chExt cx="134691" cy="140500"/>
          </a:xfrm>
        </p:grpSpPr>
        <p:sp>
          <p:nvSpPr>
            <p:cNvPr id="5307" name="Google Shape;5307;p26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8" name="Google Shape;5308;p26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09" name="Google Shape;5309;p26"/>
          <p:cNvGrpSpPr/>
          <p:nvPr/>
        </p:nvGrpSpPr>
        <p:grpSpPr>
          <a:xfrm>
            <a:off x="8264820" y="3700657"/>
            <a:ext cx="134691" cy="140500"/>
            <a:chOff x="8180660" y="3700657"/>
            <a:chExt cx="134691" cy="140500"/>
          </a:xfrm>
        </p:grpSpPr>
        <p:sp>
          <p:nvSpPr>
            <p:cNvPr id="5310" name="Google Shape;5310;p26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1" name="Google Shape;5311;p26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12" name="Google Shape;5312;p26"/>
          <p:cNvGrpSpPr/>
          <p:nvPr/>
        </p:nvGrpSpPr>
        <p:grpSpPr>
          <a:xfrm>
            <a:off x="8866870" y="3004407"/>
            <a:ext cx="134691" cy="140500"/>
            <a:chOff x="8782710" y="3004407"/>
            <a:chExt cx="134691" cy="140500"/>
          </a:xfrm>
        </p:grpSpPr>
        <p:sp>
          <p:nvSpPr>
            <p:cNvPr id="5313" name="Google Shape;5313;p26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4" name="Google Shape;5314;p26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15" name="Google Shape;5315;p26"/>
          <p:cNvGrpSpPr/>
          <p:nvPr/>
        </p:nvGrpSpPr>
        <p:grpSpPr>
          <a:xfrm>
            <a:off x="10" y="4542259"/>
            <a:ext cx="139069" cy="132484"/>
            <a:chOff x="7193976" y="1915322"/>
            <a:chExt cx="139069" cy="132484"/>
          </a:xfrm>
        </p:grpSpPr>
        <p:sp>
          <p:nvSpPr>
            <p:cNvPr id="5316" name="Google Shape;5316;p26"/>
            <p:cNvSpPr/>
            <p:nvPr/>
          </p:nvSpPr>
          <p:spPr>
            <a:xfrm rot="1036744">
              <a:off x="7206779" y="19298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7" name="Google Shape;5317;p26"/>
            <p:cNvSpPr/>
            <p:nvPr/>
          </p:nvSpPr>
          <p:spPr>
            <a:xfrm>
              <a:off x="7247480" y="1965520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68" y="2335"/>
                    <a:pt x="1" y="1768"/>
                    <a:pt x="1" y="1168"/>
                  </a:cubicBezTo>
                  <a:cubicBezTo>
                    <a:pt x="1" y="534"/>
                    <a:pt x="568" y="0"/>
                    <a:pt x="1168" y="0"/>
                  </a:cubicBezTo>
                  <a:cubicBezTo>
                    <a:pt x="1835" y="0"/>
                    <a:pt x="2336" y="467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18" name="Google Shape;5318;p26"/>
          <p:cNvGrpSpPr/>
          <p:nvPr/>
        </p:nvGrpSpPr>
        <p:grpSpPr>
          <a:xfrm>
            <a:off x="6872085" y="360297"/>
            <a:ext cx="139069" cy="132484"/>
            <a:chOff x="6787926" y="360297"/>
            <a:chExt cx="139069" cy="132484"/>
          </a:xfrm>
        </p:grpSpPr>
        <p:sp>
          <p:nvSpPr>
            <p:cNvPr id="5319" name="Google Shape;5319;p26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0" name="Google Shape;5320;p26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1" name="Google Shape;5321;p26"/>
          <p:cNvGrpSpPr/>
          <p:nvPr/>
        </p:nvGrpSpPr>
        <p:grpSpPr>
          <a:xfrm>
            <a:off x="8925145" y="2121182"/>
            <a:ext cx="134691" cy="140500"/>
            <a:chOff x="3516385" y="421707"/>
            <a:chExt cx="134691" cy="140500"/>
          </a:xfrm>
        </p:grpSpPr>
        <p:sp>
          <p:nvSpPr>
            <p:cNvPr id="5322" name="Google Shape;5322;p26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3" name="Google Shape;5323;p26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4" name="Google Shape;5324;p26"/>
          <p:cNvGrpSpPr/>
          <p:nvPr/>
        </p:nvGrpSpPr>
        <p:grpSpPr>
          <a:xfrm>
            <a:off x="8237430" y="750558"/>
            <a:ext cx="98100" cy="107593"/>
            <a:chOff x="7449370" y="2691508"/>
            <a:chExt cx="98100" cy="107593"/>
          </a:xfrm>
        </p:grpSpPr>
        <p:sp>
          <p:nvSpPr>
            <p:cNvPr id="5325" name="Google Shape;5325;p26"/>
            <p:cNvSpPr/>
            <p:nvPr/>
          </p:nvSpPr>
          <p:spPr>
            <a:xfrm rot="5400000">
              <a:off x="7444624" y="26962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6" name="Google Shape;5326;p26"/>
            <p:cNvSpPr/>
            <p:nvPr/>
          </p:nvSpPr>
          <p:spPr>
            <a:xfrm>
              <a:off x="7449379" y="27292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7" name="Google Shape;5327;p26"/>
          <p:cNvGrpSpPr/>
          <p:nvPr/>
        </p:nvGrpSpPr>
        <p:grpSpPr>
          <a:xfrm>
            <a:off x="7692182" y="4524632"/>
            <a:ext cx="134691" cy="140500"/>
            <a:chOff x="7608023" y="4524632"/>
            <a:chExt cx="134691" cy="140500"/>
          </a:xfrm>
        </p:grpSpPr>
        <p:sp>
          <p:nvSpPr>
            <p:cNvPr id="5328" name="Google Shape;5328;p26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9" name="Google Shape;5329;p26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30" name="Google Shape;5330;p26"/>
          <p:cNvGrpSpPr/>
          <p:nvPr/>
        </p:nvGrpSpPr>
        <p:grpSpPr>
          <a:xfrm>
            <a:off x="1816295" y="356294"/>
            <a:ext cx="134691" cy="140500"/>
            <a:chOff x="8782710" y="3004407"/>
            <a:chExt cx="134691" cy="140500"/>
          </a:xfrm>
        </p:grpSpPr>
        <p:sp>
          <p:nvSpPr>
            <p:cNvPr id="5331" name="Google Shape;5331;p26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2" name="Google Shape;5332;p26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333" name="Shape 5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4" name="Google Shape;5334;p27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5335" name="Google Shape;5335;p27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5336" name="Google Shape;5336;p27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7" name="Google Shape;5337;p27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8" name="Google Shape;5338;p27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9" name="Google Shape;5339;p27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0" name="Google Shape;5340;p27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1" name="Google Shape;5341;p27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42" name="Google Shape;5342;p27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5343" name="Google Shape;5343;p27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4" name="Google Shape;5344;p27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5" name="Google Shape;5345;p27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6" name="Google Shape;5346;p27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7" name="Google Shape;5347;p27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8" name="Google Shape;5348;p27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9" name="Google Shape;5349;p27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50" name="Google Shape;5350;p27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5351" name="Google Shape;5351;p27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2" name="Google Shape;5352;p27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3" name="Google Shape;5353;p27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4" name="Google Shape;5354;p27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5" name="Google Shape;5355;p27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6" name="Google Shape;5356;p27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357" name="Google Shape;5357;p27"/>
          <p:cNvGrpSpPr/>
          <p:nvPr/>
        </p:nvGrpSpPr>
        <p:grpSpPr>
          <a:xfrm>
            <a:off x="-234700" y="4873688"/>
            <a:ext cx="9932525" cy="101238"/>
            <a:chOff x="-871025" y="2187363"/>
            <a:chExt cx="9932525" cy="101238"/>
          </a:xfrm>
        </p:grpSpPr>
        <p:sp>
          <p:nvSpPr>
            <p:cNvPr id="5358" name="Google Shape;5358;p27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59" name="Google Shape;5359;p27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5360" name="Google Shape;5360;p27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1" name="Google Shape;5361;p27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2" name="Google Shape;5362;p27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3" name="Google Shape;5363;p27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4" name="Google Shape;5364;p27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5" name="Google Shape;5365;p27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6" name="Google Shape;5366;p27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7" name="Google Shape;5367;p27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8" name="Google Shape;5368;p27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9" name="Google Shape;5369;p27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0" name="Google Shape;5370;p27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71" name="Google Shape;5371;p27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5372" name="Google Shape;5372;p27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3" name="Google Shape;5373;p27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4" name="Google Shape;5374;p27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5" name="Google Shape;5375;p27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6" name="Google Shape;5376;p27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7" name="Google Shape;5377;p27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8" name="Google Shape;5378;p27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9" name="Google Shape;5379;p27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0" name="Google Shape;5380;p27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1" name="Google Shape;5381;p27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2" name="Google Shape;5382;p27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83" name="Google Shape;5383;p27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5384" name="Google Shape;5384;p27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5" name="Google Shape;5385;p27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6" name="Google Shape;5386;p27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7" name="Google Shape;5387;p27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8" name="Google Shape;5388;p27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9" name="Google Shape;5389;p27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0" name="Google Shape;5390;p27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1" name="Google Shape;5391;p27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2" name="Google Shape;5392;p27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3" name="Google Shape;5393;p27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4" name="Google Shape;5394;p27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95" name="Google Shape;5395;p27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5396" name="Google Shape;5396;p27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7" name="Google Shape;5397;p27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8" name="Google Shape;5398;p27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9" name="Google Shape;5399;p27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0" name="Google Shape;5400;p27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1" name="Google Shape;5401;p27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2" name="Google Shape;5402;p27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3" name="Google Shape;5403;p27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4" name="Google Shape;5404;p27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5" name="Google Shape;5405;p27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6" name="Google Shape;5406;p27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07" name="Google Shape;5407;p27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5408" name="Google Shape;5408;p27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9" name="Google Shape;5409;p27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0" name="Google Shape;5410;p27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1" name="Google Shape;5411;p27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2" name="Google Shape;5412;p27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3" name="Google Shape;5413;p27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4" name="Google Shape;5414;p27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5" name="Google Shape;5415;p27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6" name="Google Shape;5416;p27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7" name="Google Shape;5417;p27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8" name="Google Shape;5418;p27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19" name="Google Shape;5419;p27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5420" name="Google Shape;5420;p27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1" name="Google Shape;5421;p27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2" name="Google Shape;5422;p27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3" name="Google Shape;5423;p27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4" name="Google Shape;5424;p27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5" name="Google Shape;5425;p27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6" name="Google Shape;5426;p27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7" name="Google Shape;5427;p27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8" name="Google Shape;5428;p27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9" name="Google Shape;5429;p27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0" name="Google Shape;5430;p27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31" name="Google Shape;5431;p27"/>
          <p:cNvGrpSpPr/>
          <p:nvPr/>
        </p:nvGrpSpPr>
        <p:grpSpPr>
          <a:xfrm flipH="1">
            <a:off x="-1136850" y="166725"/>
            <a:ext cx="10718550" cy="117400"/>
            <a:chOff x="-295125" y="5026100"/>
            <a:chExt cx="10718550" cy="117400"/>
          </a:xfrm>
        </p:grpSpPr>
        <p:sp>
          <p:nvSpPr>
            <p:cNvPr id="5432" name="Google Shape;5432;p27"/>
            <p:cNvSpPr/>
            <p:nvPr/>
          </p:nvSpPr>
          <p:spPr>
            <a:xfrm>
              <a:off x="-295125" y="5034125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33" name="Google Shape;5433;p27"/>
            <p:cNvGrpSpPr/>
            <p:nvPr/>
          </p:nvGrpSpPr>
          <p:grpSpPr>
            <a:xfrm>
              <a:off x="0" y="5035775"/>
              <a:ext cx="2985625" cy="107725"/>
              <a:chOff x="0" y="5035775"/>
              <a:chExt cx="2985625" cy="107725"/>
            </a:xfrm>
          </p:grpSpPr>
          <p:grpSp>
            <p:nvGrpSpPr>
              <p:cNvPr id="5434" name="Google Shape;5434;p27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5435" name="Google Shape;5435;p27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36" name="Google Shape;5436;p27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37" name="Google Shape;5437;p27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38" name="Google Shape;5438;p27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39" name="Google Shape;5439;p27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40" name="Google Shape;5440;p27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41" name="Google Shape;5441;p27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42" name="Google Shape;5442;p27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43" name="Google Shape;5443;p27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44" name="Google Shape;5444;p27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45" name="Google Shape;5445;p27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46" name="Google Shape;5446;p27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47" name="Google Shape;5447;p27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48" name="Google Shape;5448;p27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449" name="Google Shape;5449;p27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5450" name="Google Shape;5450;p27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51" name="Google Shape;5451;p27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52" name="Google Shape;5452;p27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53" name="Google Shape;5453;p27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54" name="Google Shape;5454;p27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55" name="Google Shape;5455;p27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56" name="Google Shape;5456;p27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57" name="Google Shape;5457;p27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58" name="Google Shape;5458;p27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59" name="Google Shape;5459;p27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0" name="Google Shape;5460;p27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1" name="Google Shape;5461;p27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2" name="Google Shape;5462;p27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3" name="Google Shape;5463;p27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464" name="Google Shape;5464;p27"/>
            <p:cNvGrpSpPr/>
            <p:nvPr/>
          </p:nvGrpSpPr>
          <p:grpSpPr>
            <a:xfrm>
              <a:off x="2973125" y="5026100"/>
              <a:ext cx="2985625" cy="107725"/>
              <a:chOff x="0" y="5035775"/>
              <a:chExt cx="2985625" cy="107725"/>
            </a:xfrm>
          </p:grpSpPr>
          <p:grpSp>
            <p:nvGrpSpPr>
              <p:cNvPr id="5465" name="Google Shape;5465;p27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5466" name="Google Shape;5466;p27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7" name="Google Shape;5467;p27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8" name="Google Shape;5468;p27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9" name="Google Shape;5469;p27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0" name="Google Shape;5470;p27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1" name="Google Shape;5471;p27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2" name="Google Shape;5472;p27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3" name="Google Shape;5473;p27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4" name="Google Shape;5474;p27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5" name="Google Shape;5475;p27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6" name="Google Shape;5476;p27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7" name="Google Shape;5477;p27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8" name="Google Shape;5478;p27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9" name="Google Shape;5479;p27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480" name="Google Shape;5480;p27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5481" name="Google Shape;5481;p27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2" name="Google Shape;5482;p27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3" name="Google Shape;5483;p27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4" name="Google Shape;5484;p27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5" name="Google Shape;5485;p27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6" name="Google Shape;5486;p27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7" name="Google Shape;5487;p27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8" name="Google Shape;5488;p27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9" name="Google Shape;5489;p27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0" name="Google Shape;5490;p27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1" name="Google Shape;5491;p27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2" name="Google Shape;5492;p27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3" name="Google Shape;5493;p27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4" name="Google Shape;5494;p27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495" name="Google Shape;5495;p27"/>
            <p:cNvGrpSpPr/>
            <p:nvPr/>
          </p:nvGrpSpPr>
          <p:grpSpPr>
            <a:xfrm flipH="1">
              <a:off x="5949725" y="5026100"/>
              <a:ext cx="2985625" cy="107725"/>
              <a:chOff x="0" y="5035775"/>
              <a:chExt cx="2985625" cy="107725"/>
            </a:xfrm>
          </p:grpSpPr>
          <p:grpSp>
            <p:nvGrpSpPr>
              <p:cNvPr id="5496" name="Google Shape;5496;p27"/>
              <p:cNvGrpSpPr/>
              <p:nvPr/>
            </p:nvGrpSpPr>
            <p:grpSpPr>
              <a:xfrm>
                <a:off x="0" y="5037450"/>
                <a:ext cx="1516475" cy="106050"/>
                <a:chOff x="0" y="5037450"/>
                <a:chExt cx="1516475" cy="106050"/>
              </a:xfrm>
            </p:grpSpPr>
            <p:sp>
              <p:nvSpPr>
                <p:cNvPr id="5497" name="Google Shape;5497;p27"/>
                <p:cNvSpPr/>
                <p:nvPr/>
              </p:nvSpPr>
              <p:spPr>
                <a:xfrm>
                  <a:off x="0" y="5037450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8" name="Google Shape;5498;p27"/>
                <p:cNvSpPr/>
                <p:nvPr/>
              </p:nvSpPr>
              <p:spPr>
                <a:xfrm>
                  <a:off x="125625" y="5102400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9" name="Google Shape;5499;p27"/>
                <p:cNvSpPr/>
                <p:nvPr/>
              </p:nvSpPr>
              <p:spPr>
                <a:xfrm>
                  <a:off x="123650" y="5099900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0" name="Google Shape;5500;p27"/>
                <p:cNvSpPr/>
                <p:nvPr/>
              </p:nvSpPr>
              <p:spPr>
                <a:xfrm>
                  <a:off x="124650" y="5102400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1" name="Google Shape;5501;p27"/>
                <p:cNvSpPr/>
                <p:nvPr/>
              </p:nvSpPr>
              <p:spPr>
                <a:xfrm>
                  <a:off x="122150" y="5085600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2" name="Google Shape;5502;p27"/>
                <p:cNvSpPr/>
                <p:nvPr/>
              </p:nvSpPr>
              <p:spPr>
                <a:xfrm>
                  <a:off x="125625" y="5103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3" name="Google Shape;5503;p27"/>
                <p:cNvSpPr/>
                <p:nvPr/>
              </p:nvSpPr>
              <p:spPr>
                <a:xfrm>
                  <a:off x="125625" y="5102400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4" name="Google Shape;5504;p27"/>
                <p:cNvSpPr/>
                <p:nvPr/>
              </p:nvSpPr>
              <p:spPr>
                <a:xfrm>
                  <a:off x="127125" y="5104875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5" name="Google Shape;5505;p27"/>
                <p:cNvSpPr/>
                <p:nvPr/>
              </p:nvSpPr>
              <p:spPr>
                <a:xfrm>
                  <a:off x="127125" y="5104375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6" name="Google Shape;5506;p27"/>
                <p:cNvSpPr/>
                <p:nvPr/>
              </p:nvSpPr>
              <p:spPr>
                <a:xfrm>
                  <a:off x="126125" y="5103400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7" name="Google Shape;5507;p27"/>
                <p:cNvSpPr/>
                <p:nvPr/>
              </p:nvSpPr>
              <p:spPr>
                <a:xfrm>
                  <a:off x="396675" y="5084800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8" name="Google Shape;5508;p27"/>
                <p:cNvSpPr/>
                <p:nvPr/>
              </p:nvSpPr>
              <p:spPr>
                <a:xfrm>
                  <a:off x="726400" y="5081500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9" name="Google Shape;5509;p27"/>
                <p:cNvSpPr/>
                <p:nvPr/>
              </p:nvSpPr>
              <p:spPr>
                <a:xfrm>
                  <a:off x="1006375" y="5081000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0" name="Google Shape;5510;p27"/>
                <p:cNvSpPr/>
                <p:nvPr/>
              </p:nvSpPr>
              <p:spPr>
                <a:xfrm>
                  <a:off x="1333125" y="5086225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511" name="Google Shape;5511;p27"/>
              <p:cNvGrpSpPr/>
              <p:nvPr/>
            </p:nvGrpSpPr>
            <p:grpSpPr>
              <a:xfrm flipH="1">
                <a:off x="1469150" y="5035775"/>
                <a:ext cx="1516475" cy="106050"/>
                <a:chOff x="1509200" y="5039113"/>
                <a:chExt cx="1516475" cy="106050"/>
              </a:xfrm>
            </p:grpSpPr>
            <p:sp>
              <p:nvSpPr>
                <p:cNvPr id="5512" name="Google Shape;5512;p27"/>
                <p:cNvSpPr/>
                <p:nvPr/>
              </p:nvSpPr>
              <p:spPr>
                <a:xfrm>
                  <a:off x="1509200" y="5039113"/>
                  <a:ext cx="1516475" cy="106050"/>
                </a:xfrm>
                <a:custGeom>
                  <a:rect b="b" l="l" r="r" t="t"/>
                  <a:pathLst>
                    <a:path extrusionOk="0" h="4242" w="60659">
                      <a:moveTo>
                        <a:pt x="40960" y="1"/>
                      </a:moveTo>
                      <a:cubicBezTo>
                        <a:pt x="40355" y="1"/>
                        <a:pt x="39755" y="158"/>
                        <a:pt x="39201" y="470"/>
                      </a:cubicBezTo>
                      <a:cubicBezTo>
                        <a:pt x="38207" y="1027"/>
                        <a:pt x="37491" y="1942"/>
                        <a:pt x="36496" y="2499"/>
                      </a:cubicBezTo>
                      <a:cubicBezTo>
                        <a:pt x="36099" y="2714"/>
                        <a:pt x="35712" y="2805"/>
                        <a:pt x="35333" y="2805"/>
                      </a:cubicBezTo>
                      <a:cubicBezTo>
                        <a:pt x="33714" y="2805"/>
                        <a:pt x="32237" y="1158"/>
                        <a:pt x="30787" y="529"/>
                      </a:cubicBezTo>
                      <a:cubicBezTo>
                        <a:pt x="30247" y="303"/>
                        <a:pt x="29684" y="182"/>
                        <a:pt x="29120" y="182"/>
                      </a:cubicBezTo>
                      <a:cubicBezTo>
                        <a:pt x="28644" y="182"/>
                        <a:pt x="28168" y="268"/>
                        <a:pt x="27703" y="450"/>
                      </a:cubicBezTo>
                      <a:cubicBezTo>
                        <a:pt x="26669" y="848"/>
                        <a:pt x="25814" y="1504"/>
                        <a:pt x="24879" y="2101"/>
                      </a:cubicBezTo>
                      <a:cubicBezTo>
                        <a:pt x="24093" y="2599"/>
                        <a:pt x="23233" y="3098"/>
                        <a:pt x="22281" y="3098"/>
                      </a:cubicBezTo>
                      <a:cubicBezTo>
                        <a:pt x="22246" y="3098"/>
                        <a:pt x="22209" y="3097"/>
                        <a:pt x="22173" y="3096"/>
                      </a:cubicBezTo>
                      <a:cubicBezTo>
                        <a:pt x="21079" y="3036"/>
                        <a:pt x="20184" y="2220"/>
                        <a:pt x="19349" y="1564"/>
                      </a:cubicBezTo>
                      <a:cubicBezTo>
                        <a:pt x="18511" y="935"/>
                        <a:pt x="17600" y="307"/>
                        <a:pt x="16528" y="307"/>
                      </a:cubicBezTo>
                      <a:cubicBezTo>
                        <a:pt x="16481" y="307"/>
                        <a:pt x="16433" y="308"/>
                        <a:pt x="16385" y="311"/>
                      </a:cubicBezTo>
                      <a:cubicBezTo>
                        <a:pt x="15290" y="331"/>
                        <a:pt x="14336" y="927"/>
                        <a:pt x="13440" y="1504"/>
                      </a:cubicBezTo>
                      <a:cubicBezTo>
                        <a:pt x="12645" y="2021"/>
                        <a:pt x="11789" y="2738"/>
                        <a:pt x="10795" y="2857"/>
                      </a:cubicBezTo>
                      <a:cubicBezTo>
                        <a:pt x="10697" y="2871"/>
                        <a:pt x="10600" y="2878"/>
                        <a:pt x="10505" y="2878"/>
                      </a:cubicBezTo>
                      <a:cubicBezTo>
                        <a:pt x="9544" y="2878"/>
                        <a:pt x="8752" y="2183"/>
                        <a:pt x="8010" y="1604"/>
                      </a:cubicBezTo>
                      <a:cubicBezTo>
                        <a:pt x="7228" y="971"/>
                        <a:pt x="6377" y="321"/>
                        <a:pt x="5359" y="321"/>
                      </a:cubicBezTo>
                      <a:cubicBezTo>
                        <a:pt x="5288" y="321"/>
                        <a:pt x="5217" y="324"/>
                        <a:pt x="5145" y="331"/>
                      </a:cubicBezTo>
                      <a:cubicBezTo>
                        <a:pt x="4389" y="370"/>
                        <a:pt x="3693" y="748"/>
                        <a:pt x="3076" y="1126"/>
                      </a:cubicBezTo>
                      <a:cubicBezTo>
                        <a:pt x="2480" y="1464"/>
                        <a:pt x="1903" y="1902"/>
                        <a:pt x="1405" y="2340"/>
                      </a:cubicBezTo>
                      <a:cubicBezTo>
                        <a:pt x="888" y="2817"/>
                        <a:pt x="470" y="3334"/>
                        <a:pt x="92" y="3911"/>
                      </a:cubicBezTo>
                      <a:cubicBezTo>
                        <a:pt x="0" y="4065"/>
                        <a:pt x="157" y="4242"/>
                        <a:pt x="315" y="4242"/>
                      </a:cubicBezTo>
                      <a:cubicBezTo>
                        <a:pt x="362" y="4242"/>
                        <a:pt x="410" y="4226"/>
                        <a:pt x="450" y="4190"/>
                      </a:cubicBezTo>
                      <a:cubicBezTo>
                        <a:pt x="1405" y="3155"/>
                        <a:pt x="2499" y="2220"/>
                        <a:pt x="3753" y="1544"/>
                      </a:cubicBezTo>
                      <a:cubicBezTo>
                        <a:pt x="4230" y="1289"/>
                        <a:pt x="4771" y="1060"/>
                        <a:pt x="5325" y="1060"/>
                      </a:cubicBezTo>
                      <a:cubicBezTo>
                        <a:pt x="5463" y="1060"/>
                        <a:pt x="5603" y="1075"/>
                        <a:pt x="5742" y="1106"/>
                      </a:cubicBezTo>
                      <a:cubicBezTo>
                        <a:pt x="6239" y="1226"/>
                        <a:pt x="6677" y="1524"/>
                        <a:pt x="7075" y="1823"/>
                      </a:cubicBezTo>
                      <a:cubicBezTo>
                        <a:pt x="7930" y="2459"/>
                        <a:pt x="8706" y="3295"/>
                        <a:pt x="9740" y="3553"/>
                      </a:cubicBezTo>
                      <a:cubicBezTo>
                        <a:pt x="9990" y="3622"/>
                        <a:pt x="10241" y="3653"/>
                        <a:pt x="10491" y="3653"/>
                      </a:cubicBezTo>
                      <a:cubicBezTo>
                        <a:pt x="11256" y="3653"/>
                        <a:pt x="12010" y="3361"/>
                        <a:pt x="12684" y="2956"/>
                      </a:cubicBezTo>
                      <a:cubicBezTo>
                        <a:pt x="13580" y="2439"/>
                        <a:pt x="14375" y="1743"/>
                        <a:pt x="15330" y="1345"/>
                      </a:cubicBezTo>
                      <a:cubicBezTo>
                        <a:pt x="15679" y="1209"/>
                        <a:pt x="16062" y="1118"/>
                        <a:pt x="16436" y="1118"/>
                      </a:cubicBezTo>
                      <a:cubicBezTo>
                        <a:pt x="16553" y="1118"/>
                        <a:pt x="16669" y="1127"/>
                        <a:pt x="16782" y="1146"/>
                      </a:cubicBezTo>
                      <a:cubicBezTo>
                        <a:pt x="17300" y="1246"/>
                        <a:pt x="17777" y="1504"/>
                        <a:pt x="18195" y="1803"/>
                      </a:cubicBezTo>
                      <a:cubicBezTo>
                        <a:pt x="19110" y="2419"/>
                        <a:pt x="19906" y="3235"/>
                        <a:pt x="20980" y="3692"/>
                      </a:cubicBezTo>
                      <a:cubicBezTo>
                        <a:pt x="21389" y="3856"/>
                        <a:pt x="21811" y="3929"/>
                        <a:pt x="22234" y="3929"/>
                      </a:cubicBezTo>
                      <a:cubicBezTo>
                        <a:pt x="22841" y="3929"/>
                        <a:pt x="23449" y="3779"/>
                        <a:pt x="24023" y="3533"/>
                      </a:cubicBezTo>
                      <a:cubicBezTo>
                        <a:pt x="24978" y="3116"/>
                        <a:pt x="25834" y="2439"/>
                        <a:pt x="26729" y="1902"/>
                      </a:cubicBezTo>
                      <a:cubicBezTo>
                        <a:pt x="27461" y="1431"/>
                        <a:pt x="28286" y="1021"/>
                        <a:pt x="29161" y="1021"/>
                      </a:cubicBezTo>
                      <a:cubicBezTo>
                        <a:pt x="29284" y="1021"/>
                        <a:pt x="29409" y="1030"/>
                        <a:pt x="29534" y="1047"/>
                      </a:cubicBezTo>
                      <a:cubicBezTo>
                        <a:pt x="31684" y="1362"/>
                        <a:pt x="33052" y="3693"/>
                        <a:pt x="35286" y="3693"/>
                      </a:cubicBezTo>
                      <a:cubicBezTo>
                        <a:pt x="35305" y="3693"/>
                        <a:pt x="35323" y="3693"/>
                        <a:pt x="35342" y="3692"/>
                      </a:cubicBezTo>
                      <a:cubicBezTo>
                        <a:pt x="36516" y="3653"/>
                        <a:pt x="37431" y="2937"/>
                        <a:pt x="38286" y="2220"/>
                      </a:cubicBezTo>
                      <a:cubicBezTo>
                        <a:pt x="39061" y="1562"/>
                        <a:pt x="39892" y="866"/>
                        <a:pt x="40963" y="866"/>
                      </a:cubicBezTo>
                      <a:cubicBezTo>
                        <a:pt x="40992" y="866"/>
                        <a:pt x="41022" y="867"/>
                        <a:pt x="41051" y="868"/>
                      </a:cubicBezTo>
                      <a:cubicBezTo>
                        <a:pt x="42046" y="927"/>
                        <a:pt x="42961" y="1544"/>
                        <a:pt x="43757" y="2101"/>
                      </a:cubicBezTo>
                      <a:cubicBezTo>
                        <a:pt x="44652" y="2698"/>
                        <a:pt x="45547" y="3314"/>
                        <a:pt x="46582" y="3613"/>
                      </a:cubicBezTo>
                      <a:cubicBezTo>
                        <a:pt x="46928" y="3709"/>
                        <a:pt x="47262" y="3752"/>
                        <a:pt x="47585" y="3752"/>
                      </a:cubicBezTo>
                      <a:cubicBezTo>
                        <a:pt x="49391" y="3752"/>
                        <a:pt x="50857" y="2405"/>
                        <a:pt x="52410" y="1544"/>
                      </a:cubicBezTo>
                      <a:cubicBezTo>
                        <a:pt x="52964" y="1231"/>
                        <a:pt x="53547" y="1013"/>
                        <a:pt x="54137" y="1013"/>
                      </a:cubicBezTo>
                      <a:cubicBezTo>
                        <a:pt x="54522" y="1013"/>
                        <a:pt x="54910" y="1105"/>
                        <a:pt x="55295" y="1325"/>
                      </a:cubicBezTo>
                      <a:cubicBezTo>
                        <a:pt x="56488" y="2002"/>
                        <a:pt x="57224" y="3235"/>
                        <a:pt x="58537" y="3792"/>
                      </a:cubicBezTo>
                      <a:cubicBezTo>
                        <a:pt x="58861" y="3923"/>
                        <a:pt x="59169" y="4003"/>
                        <a:pt x="59474" y="4003"/>
                      </a:cubicBezTo>
                      <a:cubicBezTo>
                        <a:pt x="59770" y="4003"/>
                        <a:pt x="60064" y="3928"/>
                        <a:pt x="60367" y="3752"/>
                      </a:cubicBezTo>
                      <a:cubicBezTo>
                        <a:pt x="60659" y="3597"/>
                        <a:pt x="60571" y="3194"/>
                        <a:pt x="60288" y="3194"/>
                      </a:cubicBezTo>
                      <a:cubicBezTo>
                        <a:pt x="60282" y="3194"/>
                        <a:pt x="60275" y="3195"/>
                        <a:pt x="60268" y="3195"/>
                      </a:cubicBezTo>
                      <a:cubicBezTo>
                        <a:pt x="60203" y="3199"/>
                        <a:pt x="60139" y="3202"/>
                        <a:pt x="60076" y="3202"/>
                      </a:cubicBezTo>
                      <a:cubicBezTo>
                        <a:pt x="58691" y="3202"/>
                        <a:pt x="57757" y="2181"/>
                        <a:pt x="56787" y="1305"/>
                      </a:cubicBezTo>
                      <a:cubicBezTo>
                        <a:pt x="56010" y="597"/>
                        <a:pt x="55120" y="103"/>
                        <a:pt x="54090" y="103"/>
                      </a:cubicBezTo>
                      <a:cubicBezTo>
                        <a:pt x="53906" y="103"/>
                        <a:pt x="53717" y="118"/>
                        <a:pt x="53524" y="152"/>
                      </a:cubicBezTo>
                      <a:cubicBezTo>
                        <a:pt x="52470" y="350"/>
                        <a:pt x="51575" y="1027"/>
                        <a:pt x="50680" y="1604"/>
                      </a:cubicBezTo>
                      <a:cubicBezTo>
                        <a:pt x="49844" y="2141"/>
                        <a:pt x="48909" y="2797"/>
                        <a:pt x="47895" y="2857"/>
                      </a:cubicBezTo>
                      <a:cubicBezTo>
                        <a:pt x="47823" y="2862"/>
                        <a:pt x="47752" y="2865"/>
                        <a:pt x="47681" y="2865"/>
                      </a:cubicBezTo>
                      <a:cubicBezTo>
                        <a:pt x="46694" y="2865"/>
                        <a:pt x="45810" y="2362"/>
                        <a:pt x="45030" y="1842"/>
                      </a:cubicBezTo>
                      <a:cubicBezTo>
                        <a:pt x="44135" y="1266"/>
                        <a:pt x="43279" y="629"/>
                        <a:pt x="42265" y="251"/>
                      </a:cubicBezTo>
                      <a:cubicBezTo>
                        <a:pt x="41838" y="84"/>
                        <a:pt x="41398" y="1"/>
                        <a:pt x="4096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3" name="Google Shape;5513;p27"/>
                <p:cNvSpPr/>
                <p:nvPr/>
              </p:nvSpPr>
              <p:spPr>
                <a:xfrm>
                  <a:off x="1634825" y="5104063"/>
                  <a:ext cx="1025" cy="1025"/>
                </a:xfrm>
                <a:custGeom>
                  <a:rect b="b" l="l" r="r" t="t"/>
                  <a:pathLst>
                    <a:path extrusionOk="0" h="41" w="41">
                      <a:moveTo>
                        <a:pt x="1" y="0"/>
                      </a:moveTo>
                      <a:cubicBezTo>
                        <a:pt x="1" y="0"/>
                        <a:pt x="1" y="17"/>
                        <a:pt x="16" y="20"/>
                      </a:cubicBezTo>
                      <a:lnTo>
                        <a:pt x="16" y="20"/>
                      </a:lnTo>
                      <a:cubicBezTo>
                        <a:pt x="12" y="14"/>
                        <a:pt x="8" y="7"/>
                        <a:pt x="1" y="0"/>
                      </a:cubicBezTo>
                      <a:close/>
                      <a:moveTo>
                        <a:pt x="16" y="20"/>
                      </a:moveTo>
                      <a:cubicBezTo>
                        <a:pt x="23" y="31"/>
                        <a:pt x="27" y="40"/>
                        <a:pt x="41" y="40"/>
                      </a:cubicBezTo>
                      <a:cubicBezTo>
                        <a:pt x="41" y="20"/>
                        <a:pt x="21" y="20"/>
                        <a:pt x="21" y="20"/>
                      </a:cubicBezTo>
                      <a:cubicBezTo>
                        <a:pt x="19" y="20"/>
                        <a:pt x="17" y="20"/>
                        <a:pt x="16" y="2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4" name="Google Shape;5514;p27"/>
                <p:cNvSpPr/>
                <p:nvPr/>
              </p:nvSpPr>
              <p:spPr>
                <a:xfrm>
                  <a:off x="1632850" y="5101563"/>
                  <a:ext cx="525" cy="1025"/>
                </a:xfrm>
                <a:custGeom>
                  <a:rect b="b" l="l" r="r" t="t"/>
                  <a:pathLst>
                    <a:path extrusionOk="0" h="41" w="21">
                      <a:moveTo>
                        <a:pt x="0" y="1"/>
                      </a:moveTo>
                      <a:cubicBezTo>
                        <a:pt x="0" y="21"/>
                        <a:pt x="0" y="21"/>
                        <a:pt x="20" y="41"/>
                      </a:cubicBezTo>
                      <a:cubicBezTo>
                        <a:pt x="20" y="21"/>
                        <a:pt x="20" y="21"/>
                        <a:pt x="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5" name="Google Shape;5515;p27"/>
                <p:cNvSpPr/>
                <p:nvPr/>
              </p:nvSpPr>
              <p:spPr>
                <a:xfrm>
                  <a:off x="1633850" y="5104063"/>
                  <a:ext cx="1000" cy="25"/>
                </a:xfrm>
                <a:custGeom>
                  <a:rect b="b" l="l" r="r" t="t"/>
                  <a:pathLst>
                    <a:path extrusionOk="0" h="1" w="40">
                      <a:moveTo>
                        <a:pt x="40" y="0"/>
                      </a:move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6" name="Google Shape;5516;p27"/>
                <p:cNvSpPr/>
                <p:nvPr/>
              </p:nvSpPr>
              <p:spPr>
                <a:xfrm>
                  <a:off x="1631350" y="5087263"/>
                  <a:ext cx="19425" cy="20850"/>
                </a:xfrm>
                <a:custGeom>
                  <a:rect b="b" l="l" r="r" t="t"/>
                  <a:pathLst>
                    <a:path extrusionOk="0" h="834" w="777">
                      <a:moveTo>
                        <a:pt x="406" y="1"/>
                      </a:moveTo>
                      <a:cubicBezTo>
                        <a:pt x="371" y="1"/>
                        <a:pt x="335" y="6"/>
                        <a:pt x="299" y="16"/>
                      </a:cubicBezTo>
                      <a:cubicBezTo>
                        <a:pt x="180" y="56"/>
                        <a:pt x="60" y="175"/>
                        <a:pt x="40" y="294"/>
                      </a:cubicBezTo>
                      <a:cubicBezTo>
                        <a:pt x="1" y="374"/>
                        <a:pt x="40" y="473"/>
                        <a:pt x="60" y="553"/>
                      </a:cubicBezTo>
                      <a:cubicBezTo>
                        <a:pt x="60" y="573"/>
                        <a:pt x="80" y="593"/>
                        <a:pt x="80" y="613"/>
                      </a:cubicBezTo>
                      <a:lnTo>
                        <a:pt x="80" y="652"/>
                      </a:lnTo>
                      <a:cubicBezTo>
                        <a:pt x="80" y="672"/>
                        <a:pt x="100" y="672"/>
                        <a:pt x="100" y="692"/>
                      </a:cubicBezTo>
                      <a:lnTo>
                        <a:pt x="100" y="692"/>
                      </a:lnTo>
                      <a:cubicBezTo>
                        <a:pt x="100" y="692"/>
                        <a:pt x="100" y="672"/>
                        <a:pt x="80" y="672"/>
                      </a:cubicBezTo>
                      <a:lnTo>
                        <a:pt x="100" y="692"/>
                      </a:lnTo>
                      <a:cubicBezTo>
                        <a:pt x="140" y="712"/>
                        <a:pt x="160" y="752"/>
                        <a:pt x="180" y="752"/>
                      </a:cubicBezTo>
                      <a:cubicBezTo>
                        <a:pt x="199" y="772"/>
                        <a:pt x="259" y="792"/>
                        <a:pt x="279" y="792"/>
                      </a:cubicBezTo>
                      <a:cubicBezTo>
                        <a:pt x="299" y="792"/>
                        <a:pt x="359" y="812"/>
                        <a:pt x="379" y="812"/>
                      </a:cubicBezTo>
                      <a:cubicBezTo>
                        <a:pt x="390" y="812"/>
                        <a:pt x="359" y="833"/>
                        <a:pt x="371" y="833"/>
                      </a:cubicBezTo>
                      <a:cubicBezTo>
                        <a:pt x="379" y="833"/>
                        <a:pt x="406" y="824"/>
                        <a:pt x="478" y="792"/>
                      </a:cubicBezTo>
                      <a:cubicBezTo>
                        <a:pt x="498" y="772"/>
                        <a:pt x="538" y="772"/>
                        <a:pt x="577" y="752"/>
                      </a:cubicBezTo>
                      <a:cubicBezTo>
                        <a:pt x="597" y="712"/>
                        <a:pt x="617" y="712"/>
                        <a:pt x="657" y="692"/>
                      </a:cubicBezTo>
                      <a:cubicBezTo>
                        <a:pt x="697" y="613"/>
                        <a:pt x="737" y="593"/>
                        <a:pt x="756" y="493"/>
                      </a:cubicBezTo>
                      <a:cubicBezTo>
                        <a:pt x="776" y="414"/>
                        <a:pt x="776" y="354"/>
                        <a:pt x="756" y="294"/>
                      </a:cubicBezTo>
                      <a:cubicBezTo>
                        <a:pt x="756" y="215"/>
                        <a:pt x="737" y="175"/>
                        <a:pt x="677" y="115"/>
                      </a:cubicBezTo>
                      <a:cubicBezTo>
                        <a:pt x="603" y="42"/>
                        <a:pt x="507" y="1"/>
                        <a:pt x="406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7" name="Google Shape;5517;p27"/>
                <p:cNvSpPr/>
                <p:nvPr/>
              </p:nvSpPr>
              <p:spPr>
                <a:xfrm>
                  <a:off x="1634825" y="5105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8" name="Google Shape;5518;p27"/>
                <p:cNvSpPr/>
                <p:nvPr/>
              </p:nvSpPr>
              <p:spPr>
                <a:xfrm>
                  <a:off x="1634825" y="5104063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1" y="0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9" name="Google Shape;5519;p27"/>
                <p:cNvSpPr/>
                <p:nvPr/>
              </p:nvSpPr>
              <p:spPr>
                <a:xfrm>
                  <a:off x="1636325" y="5106538"/>
                  <a:ext cx="25" cy="25"/>
                </a:xfrm>
                <a:custGeom>
                  <a:rect b="b" l="l" r="r" t="t"/>
                  <a:pathLst>
                    <a:path extrusionOk="0" h="1" w="1">
                      <a:moveTo>
                        <a:pt x="0" y="1"/>
                      </a:move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0" name="Google Shape;5520;p27"/>
                <p:cNvSpPr/>
                <p:nvPr/>
              </p:nvSpPr>
              <p:spPr>
                <a:xfrm>
                  <a:off x="1636325" y="5106038"/>
                  <a:ext cx="25" cy="525"/>
                </a:xfrm>
                <a:custGeom>
                  <a:rect b="b" l="l" r="r" t="t"/>
                  <a:pathLst>
                    <a:path extrusionOk="0" h="21" w="1">
                      <a:moveTo>
                        <a:pt x="0" y="21"/>
                      </a:moveTo>
                      <a:cubicBezTo>
                        <a:pt x="0" y="21"/>
                        <a:pt x="0" y="1"/>
                        <a:pt x="0" y="21"/>
                      </a:cubicBezTo>
                      <a:cubicBezTo>
                        <a:pt x="0" y="1"/>
                        <a:pt x="0" y="1"/>
                        <a:pt x="0" y="21"/>
                      </a:cubicBezTo>
                      <a:cubicBezTo>
                        <a:pt x="0" y="1"/>
                        <a:pt x="0" y="21"/>
                        <a:pt x="0" y="2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1" name="Google Shape;5521;p27"/>
                <p:cNvSpPr/>
                <p:nvPr/>
              </p:nvSpPr>
              <p:spPr>
                <a:xfrm>
                  <a:off x="1635325" y="5105063"/>
                  <a:ext cx="525" cy="1000"/>
                </a:xfrm>
                <a:custGeom>
                  <a:rect b="b" l="l" r="r" t="t"/>
                  <a:pathLst>
                    <a:path extrusionOk="0" h="40" w="21">
                      <a:moveTo>
                        <a:pt x="21" y="40"/>
                      </a:move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2" name="Google Shape;5522;p27"/>
                <p:cNvSpPr/>
                <p:nvPr/>
              </p:nvSpPr>
              <p:spPr>
                <a:xfrm>
                  <a:off x="1905875" y="5086463"/>
                  <a:ext cx="18925" cy="22275"/>
                </a:xfrm>
                <a:custGeom>
                  <a:rect b="b" l="l" r="r" t="t"/>
                  <a:pathLst>
                    <a:path extrusionOk="0" h="891" w="757">
                      <a:moveTo>
                        <a:pt x="403" y="0"/>
                      </a:moveTo>
                      <a:cubicBezTo>
                        <a:pt x="369" y="0"/>
                        <a:pt x="333" y="19"/>
                        <a:pt x="319" y="48"/>
                      </a:cubicBezTo>
                      <a:lnTo>
                        <a:pt x="319" y="127"/>
                      </a:lnTo>
                      <a:lnTo>
                        <a:pt x="259" y="127"/>
                      </a:lnTo>
                      <a:cubicBezTo>
                        <a:pt x="219" y="127"/>
                        <a:pt x="159" y="147"/>
                        <a:pt x="140" y="207"/>
                      </a:cubicBezTo>
                      <a:cubicBezTo>
                        <a:pt x="100" y="227"/>
                        <a:pt x="60" y="287"/>
                        <a:pt x="40" y="306"/>
                      </a:cubicBezTo>
                      <a:cubicBezTo>
                        <a:pt x="20" y="346"/>
                        <a:pt x="0" y="406"/>
                        <a:pt x="0" y="446"/>
                      </a:cubicBezTo>
                      <a:lnTo>
                        <a:pt x="0" y="605"/>
                      </a:lnTo>
                      <a:cubicBezTo>
                        <a:pt x="0" y="645"/>
                        <a:pt x="20" y="704"/>
                        <a:pt x="60" y="724"/>
                      </a:cubicBezTo>
                      <a:cubicBezTo>
                        <a:pt x="100" y="784"/>
                        <a:pt x="140" y="804"/>
                        <a:pt x="159" y="824"/>
                      </a:cubicBezTo>
                      <a:cubicBezTo>
                        <a:pt x="234" y="868"/>
                        <a:pt x="309" y="891"/>
                        <a:pt x="383" y="891"/>
                      </a:cubicBezTo>
                      <a:cubicBezTo>
                        <a:pt x="408" y="891"/>
                        <a:pt x="433" y="888"/>
                        <a:pt x="458" y="883"/>
                      </a:cubicBezTo>
                      <a:cubicBezTo>
                        <a:pt x="557" y="844"/>
                        <a:pt x="637" y="804"/>
                        <a:pt x="697" y="704"/>
                      </a:cubicBezTo>
                      <a:cubicBezTo>
                        <a:pt x="716" y="684"/>
                        <a:pt x="716" y="645"/>
                        <a:pt x="736" y="605"/>
                      </a:cubicBezTo>
                      <a:cubicBezTo>
                        <a:pt x="756" y="545"/>
                        <a:pt x="756" y="505"/>
                        <a:pt x="736" y="446"/>
                      </a:cubicBezTo>
                      <a:cubicBezTo>
                        <a:pt x="736" y="346"/>
                        <a:pt x="716" y="306"/>
                        <a:pt x="697" y="287"/>
                      </a:cubicBezTo>
                      <a:cubicBezTo>
                        <a:pt x="657" y="227"/>
                        <a:pt x="617" y="187"/>
                        <a:pt x="557" y="147"/>
                      </a:cubicBezTo>
                      <a:cubicBezTo>
                        <a:pt x="557" y="127"/>
                        <a:pt x="557" y="127"/>
                        <a:pt x="537" y="108"/>
                      </a:cubicBezTo>
                      <a:cubicBezTo>
                        <a:pt x="518" y="48"/>
                        <a:pt x="498" y="28"/>
                        <a:pt x="438" y="8"/>
                      </a:cubicBezTo>
                      <a:cubicBezTo>
                        <a:pt x="427" y="3"/>
                        <a:pt x="415" y="0"/>
                        <a:pt x="403" y="0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3" name="Google Shape;5523;p27"/>
                <p:cNvSpPr/>
                <p:nvPr/>
              </p:nvSpPr>
              <p:spPr>
                <a:xfrm>
                  <a:off x="2235600" y="5083163"/>
                  <a:ext cx="20900" cy="23900"/>
                </a:xfrm>
                <a:custGeom>
                  <a:rect b="b" l="l" r="r" t="t"/>
                  <a:pathLst>
                    <a:path extrusionOk="0" h="956" w="836">
                      <a:moveTo>
                        <a:pt x="378" y="1"/>
                      </a:moveTo>
                      <a:cubicBezTo>
                        <a:pt x="338" y="1"/>
                        <a:pt x="299" y="61"/>
                        <a:pt x="279" y="100"/>
                      </a:cubicBezTo>
                      <a:lnTo>
                        <a:pt x="279" y="140"/>
                      </a:lnTo>
                      <a:cubicBezTo>
                        <a:pt x="239" y="160"/>
                        <a:pt x="179" y="180"/>
                        <a:pt x="139" y="240"/>
                      </a:cubicBezTo>
                      <a:cubicBezTo>
                        <a:pt x="60" y="299"/>
                        <a:pt x="0" y="399"/>
                        <a:pt x="0" y="498"/>
                      </a:cubicBezTo>
                      <a:cubicBezTo>
                        <a:pt x="0" y="578"/>
                        <a:pt x="40" y="637"/>
                        <a:pt x="40" y="677"/>
                      </a:cubicBezTo>
                      <a:cubicBezTo>
                        <a:pt x="60" y="697"/>
                        <a:pt x="60" y="737"/>
                        <a:pt x="80" y="777"/>
                      </a:cubicBezTo>
                      <a:cubicBezTo>
                        <a:pt x="100" y="836"/>
                        <a:pt x="139" y="856"/>
                        <a:pt x="179" y="876"/>
                      </a:cubicBezTo>
                      <a:cubicBezTo>
                        <a:pt x="199" y="896"/>
                        <a:pt x="239" y="936"/>
                        <a:pt x="259" y="936"/>
                      </a:cubicBezTo>
                      <a:cubicBezTo>
                        <a:pt x="299" y="956"/>
                        <a:pt x="358" y="956"/>
                        <a:pt x="398" y="956"/>
                      </a:cubicBezTo>
                      <a:cubicBezTo>
                        <a:pt x="478" y="956"/>
                        <a:pt x="537" y="936"/>
                        <a:pt x="597" y="896"/>
                      </a:cubicBezTo>
                      <a:cubicBezTo>
                        <a:pt x="657" y="876"/>
                        <a:pt x="677" y="856"/>
                        <a:pt x="696" y="797"/>
                      </a:cubicBezTo>
                      <a:cubicBezTo>
                        <a:pt x="736" y="777"/>
                        <a:pt x="756" y="737"/>
                        <a:pt x="776" y="677"/>
                      </a:cubicBezTo>
                      <a:lnTo>
                        <a:pt x="776" y="637"/>
                      </a:lnTo>
                      <a:cubicBezTo>
                        <a:pt x="796" y="538"/>
                        <a:pt x="836" y="478"/>
                        <a:pt x="796" y="438"/>
                      </a:cubicBezTo>
                      <a:cubicBezTo>
                        <a:pt x="796" y="379"/>
                        <a:pt x="776" y="339"/>
                        <a:pt x="756" y="279"/>
                      </a:cubicBezTo>
                      <a:cubicBezTo>
                        <a:pt x="736" y="259"/>
                        <a:pt x="696" y="200"/>
                        <a:pt x="677" y="200"/>
                      </a:cubicBezTo>
                      <a:cubicBezTo>
                        <a:pt x="637" y="160"/>
                        <a:pt x="577" y="140"/>
                        <a:pt x="497" y="100"/>
                      </a:cubicBezTo>
                      <a:lnTo>
                        <a:pt x="478" y="100"/>
                      </a:lnTo>
                      <a:lnTo>
                        <a:pt x="478" y="80"/>
                      </a:lnTo>
                      <a:cubicBezTo>
                        <a:pt x="458" y="41"/>
                        <a:pt x="438" y="1"/>
                        <a:pt x="37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4" name="Google Shape;5524;p27"/>
                <p:cNvSpPr/>
                <p:nvPr/>
              </p:nvSpPr>
              <p:spPr>
                <a:xfrm>
                  <a:off x="2515575" y="5082663"/>
                  <a:ext cx="21925" cy="24075"/>
                </a:xfrm>
                <a:custGeom>
                  <a:rect b="b" l="l" r="r" t="t"/>
                  <a:pathLst>
                    <a:path extrusionOk="0" h="963" w="877">
                      <a:moveTo>
                        <a:pt x="438" y="1"/>
                      </a:moveTo>
                      <a:cubicBezTo>
                        <a:pt x="419" y="1"/>
                        <a:pt x="379" y="1"/>
                        <a:pt x="339" y="41"/>
                      </a:cubicBezTo>
                      <a:cubicBezTo>
                        <a:pt x="319" y="61"/>
                        <a:pt x="279" y="61"/>
                        <a:pt x="239" y="81"/>
                      </a:cubicBezTo>
                      <a:cubicBezTo>
                        <a:pt x="220" y="100"/>
                        <a:pt x="180" y="120"/>
                        <a:pt x="140" y="160"/>
                      </a:cubicBezTo>
                      <a:cubicBezTo>
                        <a:pt x="120" y="180"/>
                        <a:pt x="100" y="240"/>
                        <a:pt x="80" y="260"/>
                      </a:cubicBezTo>
                      <a:cubicBezTo>
                        <a:pt x="41" y="299"/>
                        <a:pt x="21" y="319"/>
                        <a:pt x="21" y="379"/>
                      </a:cubicBezTo>
                      <a:cubicBezTo>
                        <a:pt x="21" y="419"/>
                        <a:pt x="1" y="458"/>
                        <a:pt x="1" y="498"/>
                      </a:cubicBezTo>
                      <a:lnTo>
                        <a:pt x="1" y="578"/>
                      </a:lnTo>
                      <a:cubicBezTo>
                        <a:pt x="1" y="618"/>
                        <a:pt x="1" y="657"/>
                        <a:pt x="21" y="697"/>
                      </a:cubicBezTo>
                      <a:cubicBezTo>
                        <a:pt x="41" y="757"/>
                        <a:pt x="80" y="817"/>
                        <a:pt x="120" y="856"/>
                      </a:cubicBezTo>
                      <a:cubicBezTo>
                        <a:pt x="180" y="896"/>
                        <a:pt x="220" y="936"/>
                        <a:pt x="279" y="956"/>
                      </a:cubicBezTo>
                      <a:cubicBezTo>
                        <a:pt x="306" y="960"/>
                        <a:pt x="333" y="963"/>
                        <a:pt x="360" y="963"/>
                      </a:cubicBezTo>
                      <a:cubicBezTo>
                        <a:pt x="451" y="963"/>
                        <a:pt x="540" y="933"/>
                        <a:pt x="617" y="856"/>
                      </a:cubicBezTo>
                      <a:lnTo>
                        <a:pt x="677" y="797"/>
                      </a:lnTo>
                      <a:lnTo>
                        <a:pt x="717" y="757"/>
                      </a:lnTo>
                      <a:cubicBezTo>
                        <a:pt x="737" y="697"/>
                        <a:pt x="796" y="677"/>
                        <a:pt x="816" y="638"/>
                      </a:cubicBezTo>
                      <a:cubicBezTo>
                        <a:pt x="876" y="578"/>
                        <a:pt x="876" y="478"/>
                        <a:pt x="876" y="399"/>
                      </a:cubicBezTo>
                      <a:cubicBezTo>
                        <a:pt x="836" y="399"/>
                        <a:pt x="836" y="379"/>
                        <a:pt x="816" y="319"/>
                      </a:cubicBezTo>
                      <a:cubicBezTo>
                        <a:pt x="816" y="299"/>
                        <a:pt x="796" y="260"/>
                        <a:pt x="777" y="240"/>
                      </a:cubicBezTo>
                      <a:lnTo>
                        <a:pt x="796" y="200"/>
                      </a:lnTo>
                      <a:cubicBezTo>
                        <a:pt x="816" y="180"/>
                        <a:pt x="796" y="100"/>
                        <a:pt x="737" y="100"/>
                      </a:cubicBezTo>
                      <a:lnTo>
                        <a:pt x="677" y="100"/>
                      </a:lnTo>
                      <a:cubicBezTo>
                        <a:pt x="617" y="81"/>
                        <a:pt x="598" y="61"/>
                        <a:pt x="538" y="41"/>
                      </a:cubicBezTo>
                      <a:cubicBezTo>
                        <a:pt x="518" y="41"/>
                        <a:pt x="478" y="41"/>
                        <a:pt x="438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5" name="Google Shape;5525;p27"/>
                <p:cNvSpPr/>
                <p:nvPr/>
              </p:nvSpPr>
              <p:spPr>
                <a:xfrm>
                  <a:off x="2842325" y="5087888"/>
                  <a:ext cx="21900" cy="21675"/>
                </a:xfrm>
                <a:custGeom>
                  <a:rect b="b" l="l" r="r" t="t"/>
                  <a:pathLst>
                    <a:path extrusionOk="0" h="867" w="876">
                      <a:moveTo>
                        <a:pt x="440" y="1"/>
                      </a:moveTo>
                      <a:cubicBezTo>
                        <a:pt x="403" y="1"/>
                        <a:pt x="368" y="11"/>
                        <a:pt x="338" y="31"/>
                      </a:cubicBezTo>
                      <a:cubicBezTo>
                        <a:pt x="259" y="51"/>
                        <a:pt x="199" y="70"/>
                        <a:pt x="159" y="110"/>
                      </a:cubicBezTo>
                      <a:cubicBezTo>
                        <a:pt x="100" y="170"/>
                        <a:pt x="60" y="249"/>
                        <a:pt x="20" y="329"/>
                      </a:cubicBezTo>
                      <a:cubicBezTo>
                        <a:pt x="20" y="369"/>
                        <a:pt x="0" y="389"/>
                        <a:pt x="20" y="448"/>
                      </a:cubicBezTo>
                      <a:lnTo>
                        <a:pt x="20" y="488"/>
                      </a:lnTo>
                      <a:lnTo>
                        <a:pt x="60" y="588"/>
                      </a:lnTo>
                      <a:cubicBezTo>
                        <a:pt x="80" y="608"/>
                        <a:pt x="80" y="647"/>
                        <a:pt x="100" y="687"/>
                      </a:cubicBezTo>
                      <a:cubicBezTo>
                        <a:pt x="140" y="707"/>
                        <a:pt x="159" y="747"/>
                        <a:pt x="159" y="767"/>
                      </a:cubicBezTo>
                      <a:cubicBezTo>
                        <a:pt x="179" y="787"/>
                        <a:pt x="239" y="846"/>
                        <a:pt x="279" y="846"/>
                      </a:cubicBezTo>
                      <a:cubicBezTo>
                        <a:pt x="299" y="866"/>
                        <a:pt x="338" y="866"/>
                        <a:pt x="378" y="866"/>
                      </a:cubicBezTo>
                      <a:lnTo>
                        <a:pt x="478" y="866"/>
                      </a:lnTo>
                      <a:cubicBezTo>
                        <a:pt x="498" y="866"/>
                        <a:pt x="557" y="866"/>
                        <a:pt x="577" y="846"/>
                      </a:cubicBezTo>
                      <a:cubicBezTo>
                        <a:pt x="597" y="846"/>
                        <a:pt x="637" y="806"/>
                        <a:pt x="657" y="787"/>
                      </a:cubicBezTo>
                      <a:lnTo>
                        <a:pt x="677" y="787"/>
                      </a:lnTo>
                      <a:cubicBezTo>
                        <a:pt x="677" y="787"/>
                        <a:pt x="696" y="787"/>
                        <a:pt x="696" y="767"/>
                      </a:cubicBezTo>
                      <a:lnTo>
                        <a:pt x="736" y="747"/>
                      </a:lnTo>
                      <a:lnTo>
                        <a:pt x="756" y="707"/>
                      </a:lnTo>
                      <a:cubicBezTo>
                        <a:pt x="796" y="667"/>
                        <a:pt x="856" y="588"/>
                        <a:pt x="856" y="508"/>
                      </a:cubicBezTo>
                      <a:cubicBezTo>
                        <a:pt x="856" y="488"/>
                        <a:pt x="856" y="448"/>
                        <a:pt x="876" y="409"/>
                      </a:cubicBezTo>
                      <a:lnTo>
                        <a:pt x="796" y="269"/>
                      </a:lnTo>
                      <a:cubicBezTo>
                        <a:pt x="796" y="249"/>
                        <a:pt x="776" y="190"/>
                        <a:pt x="756" y="170"/>
                      </a:cubicBezTo>
                      <a:lnTo>
                        <a:pt x="677" y="90"/>
                      </a:lnTo>
                      <a:lnTo>
                        <a:pt x="677" y="70"/>
                      </a:lnTo>
                      <a:cubicBezTo>
                        <a:pt x="677" y="42"/>
                        <a:pt x="637" y="14"/>
                        <a:pt x="606" y="14"/>
                      </a:cubicBezTo>
                      <a:cubicBezTo>
                        <a:pt x="594" y="14"/>
                        <a:pt x="583" y="19"/>
                        <a:pt x="577" y="31"/>
                      </a:cubicBezTo>
                      <a:lnTo>
                        <a:pt x="557" y="31"/>
                      </a:lnTo>
                      <a:cubicBezTo>
                        <a:pt x="517" y="11"/>
                        <a:pt x="478" y="1"/>
                        <a:pt x="440" y="1"/>
                      </a:cubicBezTo>
                      <a:close/>
                    </a:path>
                  </a:pathLst>
                </a:custGeom>
                <a:solidFill>
                  <a:srgbClr val="4243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526" name="Google Shape;5526;p27"/>
            <p:cNvGrpSpPr/>
            <p:nvPr/>
          </p:nvGrpSpPr>
          <p:grpSpPr>
            <a:xfrm>
              <a:off x="8906950" y="5026938"/>
              <a:ext cx="1516475" cy="106050"/>
              <a:chOff x="1509200" y="5039113"/>
              <a:chExt cx="1516475" cy="106050"/>
            </a:xfrm>
          </p:grpSpPr>
          <p:sp>
            <p:nvSpPr>
              <p:cNvPr id="5527" name="Google Shape;5527;p27"/>
              <p:cNvSpPr/>
              <p:nvPr/>
            </p:nvSpPr>
            <p:spPr>
              <a:xfrm>
                <a:off x="1509200" y="5039113"/>
                <a:ext cx="1516475" cy="106050"/>
              </a:xfrm>
              <a:custGeom>
                <a:rect b="b" l="l" r="r" t="t"/>
                <a:pathLst>
                  <a:path extrusionOk="0" h="4242" w="60659">
                    <a:moveTo>
                      <a:pt x="40960" y="1"/>
                    </a:moveTo>
                    <a:cubicBezTo>
                      <a:pt x="40355" y="1"/>
                      <a:pt x="39755" y="158"/>
                      <a:pt x="39201" y="470"/>
                    </a:cubicBezTo>
                    <a:cubicBezTo>
                      <a:pt x="38207" y="1027"/>
                      <a:pt x="37491" y="1942"/>
                      <a:pt x="36496" y="2499"/>
                    </a:cubicBezTo>
                    <a:cubicBezTo>
                      <a:pt x="36099" y="2714"/>
                      <a:pt x="35712" y="2805"/>
                      <a:pt x="35333" y="2805"/>
                    </a:cubicBezTo>
                    <a:cubicBezTo>
                      <a:pt x="33714" y="2805"/>
                      <a:pt x="32237" y="1158"/>
                      <a:pt x="30787" y="529"/>
                    </a:cubicBezTo>
                    <a:cubicBezTo>
                      <a:pt x="30247" y="303"/>
                      <a:pt x="29684" y="182"/>
                      <a:pt x="29120" y="182"/>
                    </a:cubicBezTo>
                    <a:cubicBezTo>
                      <a:pt x="28644" y="182"/>
                      <a:pt x="28168" y="268"/>
                      <a:pt x="27703" y="450"/>
                    </a:cubicBezTo>
                    <a:cubicBezTo>
                      <a:pt x="26669" y="848"/>
                      <a:pt x="25814" y="1504"/>
                      <a:pt x="24879" y="2101"/>
                    </a:cubicBezTo>
                    <a:cubicBezTo>
                      <a:pt x="24093" y="2599"/>
                      <a:pt x="23233" y="3098"/>
                      <a:pt x="22281" y="3098"/>
                    </a:cubicBezTo>
                    <a:cubicBezTo>
                      <a:pt x="22246" y="3098"/>
                      <a:pt x="22209" y="3097"/>
                      <a:pt x="22173" y="3096"/>
                    </a:cubicBezTo>
                    <a:cubicBezTo>
                      <a:pt x="21079" y="3036"/>
                      <a:pt x="20184" y="2220"/>
                      <a:pt x="19349" y="1564"/>
                    </a:cubicBezTo>
                    <a:cubicBezTo>
                      <a:pt x="18511" y="935"/>
                      <a:pt x="17600" y="307"/>
                      <a:pt x="16528" y="307"/>
                    </a:cubicBezTo>
                    <a:cubicBezTo>
                      <a:pt x="16481" y="307"/>
                      <a:pt x="16433" y="308"/>
                      <a:pt x="16385" y="311"/>
                    </a:cubicBezTo>
                    <a:cubicBezTo>
                      <a:pt x="15290" y="331"/>
                      <a:pt x="14336" y="927"/>
                      <a:pt x="13440" y="1504"/>
                    </a:cubicBezTo>
                    <a:cubicBezTo>
                      <a:pt x="12645" y="2021"/>
                      <a:pt x="11789" y="2738"/>
                      <a:pt x="10795" y="2857"/>
                    </a:cubicBezTo>
                    <a:cubicBezTo>
                      <a:pt x="10697" y="2871"/>
                      <a:pt x="10600" y="2878"/>
                      <a:pt x="10505" y="2878"/>
                    </a:cubicBezTo>
                    <a:cubicBezTo>
                      <a:pt x="9544" y="2878"/>
                      <a:pt x="8752" y="2183"/>
                      <a:pt x="8010" y="1604"/>
                    </a:cubicBezTo>
                    <a:cubicBezTo>
                      <a:pt x="7228" y="971"/>
                      <a:pt x="6377" y="321"/>
                      <a:pt x="5359" y="321"/>
                    </a:cubicBezTo>
                    <a:cubicBezTo>
                      <a:pt x="5288" y="321"/>
                      <a:pt x="5217" y="324"/>
                      <a:pt x="5145" y="331"/>
                    </a:cubicBezTo>
                    <a:cubicBezTo>
                      <a:pt x="4389" y="370"/>
                      <a:pt x="3693" y="748"/>
                      <a:pt x="3076" y="1126"/>
                    </a:cubicBezTo>
                    <a:cubicBezTo>
                      <a:pt x="2480" y="1464"/>
                      <a:pt x="1903" y="1902"/>
                      <a:pt x="1405" y="2340"/>
                    </a:cubicBezTo>
                    <a:cubicBezTo>
                      <a:pt x="888" y="2817"/>
                      <a:pt x="470" y="3334"/>
                      <a:pt x="92" y="3911"/>
                    </a:cubicBezTo>
                    <a:cubicBezTo>
                      <a:pt x="0" y="4065"/>
                      <a:pt x="157" y="4242"/>
                      <a:pt x="315" y="4242"/>
                    </a:cubicBezTo>
                    <a:cubicBezTo>
                      <a:pt x="362" y="4242"/>
                      <a:pt x="410" y="4226"/>
                      <a:pt x="450" y="4190"/>
                    </a:cubicBezTo>
                    <a:cubicBezTo>
                      <a:pt x="1405" y="3155"/>
                      <a:pt x="2499" y="2220"/>
                      <a:pt x="3753" y="1544"/>
                    </a:cubicBezTo>
                    <a:cubicBezTo>
                      <a:pt x="4230" y="1289"/>
                      <a:pt x="4771" y="1060"/>
                      <a:pt x="5325" y="1060"/>
                    </a:cubicBezTo>
                    <a:cubicBezTo>
                      <a:pt x="5463" y="1060"/>
                      <a:pt x="5603" y="1075"/>
                      <a:pt x="5742" y="1106"/>
                    </a:cubicBezTo>
                    <a:cubicBezTo>
                      <a:pt x="6239" y="1226"/>
                      <a:pt x="6677" y="1524"/>
                      <a:pt x="7075" y="1823"/>
                    </a:cubicBezTo>
                    <a:cubicBezTo>
                      <a:pt x="7930" y="2459"/>
                      <a:pt x="8706" y="3295"/>
                      <a:pt x="9740" y="3553"/>
                    </a:cubicBezTo>
                    <a:cubicBezTo>
                      <a:pt x="9990" y="3622"/>
                      <a:pt x="10241" y="3653"/>
                      <a:pt x="10491" y="3653"/>
                    </a:cubicBezTo>
                    <a:cubicBezTo>
                      <a:pt x="11256" y="3653"/>
                      <a:pt x="12010" y="3361"/>
                      <a:pt x="12684" y="2956"/>
                    </a:cubicBezTo>
                    <a:cubicBezTo>
                      <a:pt x="13580" y="2439"/>
                      <a:pt x="14375" y="1743"/>
                      <a:pt x="15330" y="1345"/>
                    </a:cubicBezTo>
                    <a:cubicBezTo>
                      <a:pt x="15679" y="1209"/>
                      <a:pt x="16062" y="1118"/>
                      <a:pt x="16436" y="1118"/>
                    </a:cubicBezTo>
                    <a:cubicBezTo>
                      <a:pt x="16553" y="1118"/>
                      <a:pt x="16669" y="1127"/>
                      <a:pt x="16782" y="1146"/>
                    </a:cubicBezTo>
                    <a:cubicBezTo>
                      <a:pt x="17300" y="1246"/>
                      <a:pt x="17777" y="1504"/>
                      <a:pt x="18195" y="1803"/>
                    </a:cubicBezTo>
                    <a:cubicBezTo>
                      <a:pt x="19110" y="2419"/>
                      <a:pt x="19906" y="3235"/>
                      <a:pt x="20980" y="3692"/>
                    </a:cubicBezTo>
                    <a:cubicBezTo>
                      <a:pt x="21389" y="3856"/>
                      <a:pt x="21811" y="3929"/>
                      <a:pt x="22234" y="3929"/>
                    </a:cubicBezTo>
                    <a:cubicBezTo>
                      <a:pt x="22841" y="3929"/>
                      <a:pt x="23449" y="3779"/>
                      <a:pt x="24023" y="3533"/>
                    </a:cubicBezTo>
                    <a:cubicBezTo>
                      <a:pt x="24978" y="3116"/>
                      <a:pt x="25834" y="2439"/>
                      <a:pt x="26729" y="1902"/>
                    </a:cubicBezTo>
                    <a:cubicBezTo>
                      <a:pt x="27461" y="1431"/>
                      <a:pt x="28286" y="1021"/>
                      <a:pt x="29161" y="1021"/>
                    </a:cubicBezTo>
                    <a:cubicBezTo>
                      <a:pt x="29284" y="1021"/>
                      <a:pt x="29409" y="1030"/>
                      <a:pt x="29534" y="1047"/>
                    </a:cubicBezTo>
                    <a:cubicBezTo>
                      <a:pt x="31684" y="1362"/>
                      <a:pt x="33052" y="3693"/>
                      <a:pt x="35286" y="3693"/>
                    </a:cubicBezTo>
                    <a:cubicBezTo>
                      <a:pt x="35305" y="3693"/>
                      <a:pt x="35323" y="3693"/>
                      <a:pt x="35342" y="3692"/>
                    </a:cubicBezTo>
                    <a:cubicBezTo>
                      <a:pt x="36516" y="3653"/>
                      <a:pt x="37431" y="2937"/>
                      <a:pt x="38286" y="2220"/>
                    </a:cubicBezTo>
                    <a:cubicBezTo>
                      <a:pt x="39061" y="1562"/>
                      <a:pt x="39892" y="866"/>
                      <a:pt x="40963" y="866"/>
                    </a:cubicBezTo>
                    <a:cubicBezTo>
                      <a:pt x="40992" y="866"/>
                      <a:pt x="41022" y="867"/>
                      <a:pt x="41051" y="868"/>
                    </a:cubicBezTo>
                    <a:cubicBezTo>
                      <a:pt x="42046" y="927"/>
                      <a:pt x="42961" y="1544"/>
                      <a:pt x="43757" y="2101"/>
                    </a:cubicBezTo>
                    <a:cubicBezTo>
                      <a:pt x="44652" y="2698"/>
                      <a:pt x="45547" y="3314"/>
                      <a:pt x="46582" y="3613"/>
                    </a:cubicBezTo>
                    <a:cubicBezTo>
                      <a:pt x="46928" y="3709"/>
                      <a:pt x="47262" y="3752"/>
                      <a:pt x="47585" y="3752"/>
                    </a:cubicBezTo>
                    <a:cubicBezTo>
                      <a:pt x="49391" y="3752"/>
                      <a:pt x="50857" y="2405"/>
                      <a:pt x="52410" y="1544"/>
                    </a:cubicBezTo>
                    <a:cubicBezTo>
                      <a:pt x="52964" y="1231"/>
                      <a:pt x="53547" y="1013"/>
                      <a:pt x="54137" y="1013"/>
                    </a:cubicBezTo>
                    <a:cubicBezTo>
                      <a:pt x="54522" y="1013"/>
                      <a:pt x="54910" y="1105"/>
                      <a:pt x="55295" y="1325"/>
                    </a:cubicBezTo>
                    <a:cubicBezTo>
                      <a:pt x="56488" y="2002"/>
                      <a:pt x="57224" y="3235"/>
                      <a:pt x="58537" y="3792"/>
                    </a:cubicBezTo>
                    <a:cubicBezTo>
                      <a:pt x="58861" y="3923"/>
                      <a:pt x="59169" y="4003"/>
                      <a:pt x="59474" y="4003"/>
                    </a:cubicBezTo>
                    <a:cubicBezTo>
                      <a:pt x="59770" y="4003"/>
                      <a:pt x="60064" y="3928"/>
                      <a:pt x="60367" y="3752"/>
                    </a:cubicBezTo>
                    <a:cubicBezTo>
                      <a:pt x="60659" y="3597"/>
                      <a:pt x="60571" y="3194"/>
                      <a:pt x="60288" y="3194"/>
                    </a:cubicBezTo>
                    <a:cubicBezTo>
                      <a:pt x="60282" y="3194"/>
                      <a:pt x="60275" y="3195"/>
                      <a:pt x="60268" y="3195"/>
                    </a:cubicBezTo>
                    <a:cubicBezTo>
                      <a:pt x="60203" y="3199"/>
                      <a:pt x="60139" y="3202"/>
                      <a:pt x="60076" y="3202"/>
                    </a:cubicBezTo>
                    <a:cubicBezTo>
                      <a:pt x="58691" y="3202"/>
                      <a:pt x="57757" y="2181"/>
                      <a:pt x="56787" y="1305"/>
                    </a:cubicBezTo>
                    <a:cubicBezTo>
                      <a:pt x="56010" y="597"/>
                      <a:pt x="55120" y="103"/>
                      <a:pt x="54090" y="103"/>
                    </a:cubicBezTo>
                    <a:cubicBezTo>
                      <a:pt x="53906" y="103"/>
                      <a:pt x="53717" y="118"/>
                      <a:pt x="53524" y="152"/>
                    </a:cubicBezTo>
                    <a:cubicBezTo>
                      <a:pt x="52470" y="350"/>
                      <a:pt x="51575" y="1027"/>
                      <a:pt x="50680" y="1604"/>
                    </a:cubicBezTo>
                    <a:cubicBezTo>
                      <a:pt x="49844" y="2141"/>
                      <a:pt x="48909" y="2797"/>
                      <a:pt x="47895" y="2857"/>
                    </a:cubicBezTo>
                    <a:cubicBezTo>
                      <a:pt x="47823" y="2862"/>
                      <a:pt x="47752" y="2865"/>
                      <a:pt x="47681" y="2865"/>
                    </a:cubicBezTo>
                    <a:cubicBezTo>
                      <a:pt x="46694" y="2865"/>
                      <a:pt x="45810" y="2362"/>
                      <a:pt x="45030" y="1842"/>
                    </a:cubicBezTo>
                    <a:cubicBezTo>
                      <a:pt x="44135" y="1266"/>
                      <a:pt x="43279" y="629"/>
                      <a:pt x="42265" y="251"/>
                    </a:cubicBezTo>
                    <a:cubicBezTo>
                      <a:pt x="41838" y="84"/>
                      <a:pt x="41398" y="1"/>
                      <a:pt x="4096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8" name="Google Shape;5528;p27"/>
              <p:cNvSpPr/>
              <p:nvPr/>
            </p:nvSpPr>
            <p:spPr>
              <a:xfrm>
                <a:off x="1634825" y="5104063"/>
                <a:ext cx="1025" cy="1025"/>
              </a:xfrm>
              <a:custGeom>
                <a:rect b="b" l="l" r="r" t="t"/>
                <a:pathLst>
                  <a:path extrusionOk="0" h="41" w="41">
                    <a:moveTo>
                      <a:pt x="1" y="0"/>
                    </a:moveTo>
                    <a:cubicBezTo>
                      <a:pt x="1" y="0"/>
                      <a:pt x="1" y="17"/>
                      <a:pt x="16" y="20"/>
                    </a:cubicBezTo>
                    <a:lnTo>
                      <a:pt x="16" y="20"/>
                    </a:lnTo>
                    <a:cubicBezTo>
                      <a:pt x="12" y="14"/>
                      <a:pt x="8" y="7"/>
                      <a:pt x="1" y="0"/>
                    </a:cubicBezTo>
                    <a:close/>
                    <a:moveTo>
                      <a:pt x="16" y="20"/>
                    </a:moveTo>
                    <a:cubicBezTo>
                      <a:pt x="23" y="31"/>
                      <a:pt x="27" y="40"/>
                      <a:pt x="41" y="40"/>
                    </a:cubicBezTo>
                    <a:cubicBezTo>
                      <a:pt x="41" y="20"/>
                      <a:pt x="21" y="20"/>
                      <a:pt x="21" y="20"/>
                    </a:cubicBezTo>
                    <a:cubicBezTo>
                      <a:pt x="19" y="20"/>
                      <a:pt x="17" y="20"/>
                      <a:pt x="16" y="2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9" name="Google Shape;5529;p27"/>
              <p:cNvSpPr/>
              <p:nvPr/>
            </p:nvSpPr>
            <p:spPr>
              <a:xfrm>
                <a:off x="1632850" y="5101563"/>
                <a:ext cx="525" cy="1025"/>
              </a:xfrm>
              <a:custGeom>
                <a:rect b="b" l="l" r="r" t="t"/>
                <a:pathLst>
                  <a:path extrusionOk="0" h="41" w="21">
                    <a:moveTo>
                      <a:pt x="0" y="1"/>
                    </a:moveTo>
                    <a:cubicBezTo>
                      <a:pt x="0" y="21"/>
                      <a:pt x="0" y="21"/>
                      <a:pt x="20" y="41"/>
                    </a:cubicBezTo>
                    <a:cubicBezTo>
                      <a:pt x="20" y="21"/>
                      <a:pt x="20" y="21"/>
                      <a:pt x="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0" name="Google Shape;5530;p27"/>
              <p:cNvSpPr/>
              <p:nvPr/>
            </p:nvSpPr>
            <p:spPr>
              <a:xfrm>
                <a:off x="1633850" y="5104063"/>
                <a:ext cx="1000" cy="25"/>
              </a:xfrm>
              <a:custGeom>
                <a:rect b="b" l="l" r="r" t="t"/>
                <a:pathLst>
                  <a:path extrusionOk="0" h="1" w="40">
                    <a:moveTo>
                      <a:pt x="4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1" name="Google Shape;5531;p27"/>
              <p:cNvSpPr/>
              <p:nvPr/>
            </p:nvSpPr>
            <p:spPr>
              <a:xfrm>
                <a:off x="1631350" y="5087263"/>
                <a:ext cx="19425" cy="20850"/>
              </a:xfrm>
              <a:custGeom>
                <a:rect b="b" l="l" r="r" t="t"/>
                <a:pathLst>
                  <a:path extrusionOk="0" h="834" w="777">
                    <a:moveTo>
                      <a:pt x="406" y="1"/>
                    </a:moveTo>
                    <a:cubicBezTo>
                      <a:pt x="371" y="1"/>
                      <a:pt x="335" y="6"/>
                      <a:pt x="299" y="16"/>
                    </a:cubicBezTo>
                    <a:cubicBezTo>
                      <a:pt x="180" y="56"/>
                      <a:pt x="60" y="175"/>
                      <a:pt x="40" y="294"/>
                    </a:cubicBezTo>
                    <a:cubicBezTo>
                      <a:pt x="1" y="374"/>
                      <a:pt x="40" y="473"/>
                      <a:pt x="60" y="553"/>
                    </a:cubicBezTo>
                    <a:cubicBezTo>
                      <a:pt x="60" y="573"/>
                      <a:pt x="80" y="593"/>
                      <a:pt x="80" y="613"/>
                    </a:cubicBezTo>
                    <a:lnTo>
                      <a:pt x="80" y="652"/>
                    </a:lnTo>
                    <a:cubicBezTo>
                      <a:pt x="80" y="672"/>
                      <a:pt x="100" y="672"/>
                      <a:pt x="100" y="692"/>
                    </a:cubicBezTo>
                    <a:lnTo>
                      <a:pt x="100" y="692"/>
                    </a:lnTo>
                    <a:cubicBezTo>
                      <a:pt x="100" y="692"/>
                      <a:pt x="100" y="672"/>
                      <a:pt x="80" y="672"/>
                    </a:cubicBezTo>
                    <a:lnTo>
                      <a:pt x="100" y="692"/>
                    </a:lnTo>
                    <a:cubicBezTo>
                      <a:pt x="140" y="712"/>
                      <a:pt x="160" y="752"/>
                      <a:pt x="180" y="752"/>
                    </a:cubicBezTo>
                    <a:cubicBezTo>
                      <a:pt x="199" y="772"/>
                      <a:pt x="259" y="792"/>
                      <a:pt x="279" y="792"/>
                    </a:cubicBezTo>
                    <a:cubicBezTo>
                      <a:pt x="299" y="792"/>
                      <a:pt x="359" y="812"/>
                      <a:pt x="379" y="812"/>
                    </a:cubicBezTo>
                    <a:cubicBezTo>
                      <a:pt x="390" y="812"/>
                      <a:pt x="359" y="833"/>
                      <a:pt x="371" y="833"/>
                    </a:cubicBezTo>
                    <a:cubicBezTo>
                      <a:pt x="379" y="833"/>
                      <a:pt x="406" y="824"/>
                      <a:pt x="478" y="792"/>
                    </a:cubicBezTo>
                    <a:cubicBezTo>
                      <a:pt x="498" y="772"/>
                      <a:pt x="538" y="772"/>
                      <a:pt x="577" y="752"/>
                    </a:cubicBezTo>
                    <a:cubicBezTo>
                      <a:pt x="597" y="712"/>
                      <a:pt x="617" y="712"/>
                      <a:pt x="657" y="692"/>
                    </a:cubicBezTo>
                    <a:cubicBezTo>
                      <a:pt x="697" y="613"/>
                      <a:pt x="737" y="593"/>
                      <a:pt x="756" y="493"/>
                    </a:cubicBezTo>
                    <a:cubicBezTo>
                      <a:pt x="776" y="414"/>
                      <a:pt x="776" y="354"/>
                      <a:pt x="756" y="294"/>
                    </a:cubicBezTo>
                    <a:cubicBezTo>
                      <a:pt x="756" y="215"/>
                      <a:pt x="737" y="175"/>
                      <a:pt x="677" y="115"/>
                    </a:cubicBezTo>
                    <a:cubicBezTo>
                      <a:pt x="603" y="42"/>
                      <a:pt x="507" y="1"/>
                      <a:pt x="406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2" name="Google Shape;5532;p27"/>
              <p:cNvSpPr/>
              <p:nvPr/>
            </p:nvSpPr>
            <p:spPr>
              <a:xfrm>
                <a:off x="1634825" y="5105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3" name="Google Shape;5533;p27"/>
              <p:cNvSpPr/>
              <p:nvPr/>
            </p:nvSpPr>
            <p:spPr>
              <a:xfrm>
                <a:off x="1634825" y="5104063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1" y="0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4" name="Google Shape;5534;p27"/>
              <p:cNvSpPr/>
              <p:nvPr/>
            </p:nvSpPr>
            <p:spPr>
              <a:xfrm>
                <a:off x="1636325" y="5106538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5" name="Google Shape;5535;p27"/>
              <p:cNvSpPr/>
              <p:nvPr/>
            </p:nvSpPr>
            <p:spPr>
              <a:xfrm>
                <a:off x="1636325" y="5106038"/>
                <a:ext cx="25" cy="525"/>
              </a:xfrm>
              <a:custGeom>
                <a:rect b="b" l="l" r="r" t="t"/>
                <a:pathLst>
                  <a:path extrusionOk="0" h="21" w="1">
                    <a:moveTo>
                      <a:pt x="0" y="21"/>
                    </a:moveTo>
                    <a:cubicBezTo>
                      <a:pt x="0" y="21"/>
                      <a:pt x="0" y="1"/>
                      <a:pt x="0" y="21"/>
                    </a:cubicBezTo>
                    <a:cubicBezTo>
                      <a:pt x="0" y="1"/>
                      <a:pt x="0" y="1"/>
                      <a:pt x="0" y="21"/>
                    </a:cubicBezTo>
                    <a:cubicBezTo>
                      <a:pt x="0" y="1"/>
                      <a:pt x="0" y="21"/>
                      <a:pt x="0" y="2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6" name="Google Shape;5536;p27"/>
              <p:cNvSpPr/>
              <p:nvPr/>
            </p:nvSpPr>
            <p:spPr>
              <a:xfrm>
                <a:off x="1635325" y="5105063"/>
                <a:ext cx="525" cy="1000"/>
              </a:xfrm>
              <a:custGeom>
                <a:rect b="b" l="l" r="r" t="t"/>
                <a:pathLst>
                  <a:path extrusionOk="0" h="40" w="21">
                    <a:moveTo>
                      <a:pt x="21" y="4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7" name="Google Shape;5537;p27"/>
              <p:cNvSpPr/>
              <p:nvPr/>
            </p:nvSpPr>
            <p:spPr>
              <a:xfrm>
                <a:off x="1905875" y="5086463"/>
                <a:ext cx="18925" cy="22275"/>
              </a:xfrm>
              <a:custGeom>
                <a:rect b="b" l="l" r="r" t="t"/>
                <a:pathLst>
                  <a:path extrusionOk="0" h="891" w="757">
                    <a:moveTo>
                      <a:pt x="403" y="0"/>
                    </a:moveTo>
                    <a:cubicBezTo>
                      <a:pt x="369" y="0"/>
                      <a:pt x="333" y="19"/>
                      <a:pt x="319" y="48"/>
                    </a:cubicBezTo>
                    <a:lnTo>
                      <a:pt x="319" y="127"/>
                    </a:lnTo>
                    <a:lnTo>
                      <a:pt x="259" y="127"/>
                    </a:lnTo>
                    <a:cubicBezTo>
                      <a:pt x="219" y="127"/>
                      <a:pt x="159" y="147"/>
                      <a:pt x="140" y="207"/>
                    </a:cubicBezTo>
                    <a:cubicBezTo>
                      <a:pt x="100" y="227"/>
                      <a:pt x="60" y="287"/>
                      <a:pt x="40" y="306"/>
                    </a:cubicBezTo>
                    <a:cubicBezTo>
                      <a:pt x="20" y="346"/>
                      <a:pt x="0" y="406"/>
                      <a:pt x="0" y="446"/>
                    </a:cubicBezTo>
                    <a:lnTo>
                      <a:pt x="0" y="605"/>
                    </a:lnTo>
                    <a:cubicBezTo>
                      <a:pt x="0" y="645"/>
                      <a:pt x="20" y="704"/>
                      <a:pt x="60" y="724"/>
                    </a:cubicBezTo>
                    <a:cubicBezTo>
                      <a:pt x="100" y="784"/>
                      <a:pt x="140" y="804"/>
                      <a:pt x="159" y="824"/>
                    </a:cubicBezTo>
                    <a:cubicBezTo>
                      <a:pt x="234" y="868"/>
                      <a:pt x="309" y="891"/>
                      <a:pt x="383" y="891"/>
                    </a:cubicBezTo>
                    <a:cubicBezTo>
                      <a:pt x="408" y="891"/>
                      <a:pt x="433" y="888"/>
                      <a:pt x="458" y="883"/>
                    </a:cubicBezTo>
                    <a:cubicBezTo>
                      <a:pt x="557" y="844"/>
                      <a:pt x="637" y="804"/>
                      <a:pt x="697" y="704"/>
                    </a:cubicBezTo>
                    <a:cubicBezTo>
                      <a:pt x="716" y="684"/>
                      <a:pt x="716" y="645"/>
                      <a:pt x="736" y="605"/>
                    </a:cubicBezTo>
                    <a:cubicBezTo>
                      <a:pt x="756" y="545"/>
                      <a:pt x="756" y="505"/>
                      <a:pt x="736" y="446"/>
                    </a:cubicBezTo>
                    <a:cubicBezTo>
                      <a:pt x="736" y="346"/>
                      <a:pt x="716" y="306"/>
                      <a:pt x="697" y="287"/>
                    </a:cubicBezTo>
                    <a:cubicBezTo>
                      <a:pt x="657" y="227"/>
                      <a:pt x="617" y="187"/>
                      <a:pt x="557" y="147"/>
                    </a:cubicBezTo>
                    <a:cubicBezTo>
                      <a:pt x="557" y="127"/>
                      <a:pt x="557" y="127"/>
                      <a:pt x="537" y="108"/>
                    </a:cubicBezTo>
                    <a:cubicBezTo>
                      <a:pt x="518" y="48"/>
                      <a:pt x="498" y="28"/>
                      <a:pt x="438" y="8"/>
                    </a:cubicBezTo>
                    <a:cubicBezTo>
                      <a:pt x="427" y="3"/>
                      <a:pt x="415" y="0"/>
                      <a:pt x="403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8" name="Google Shape;5538;p27"/>
              <p:cNvSpPr/>
              <p:nvPr/>
            </p:nvSpPr>
            <p:spPr>
              <a:xfrm>
                <a:off x="2235600" y="5083163"/>
                <a:ext cx="20900" cy="23900"/>
              </a:xfrm>
              <a:custGeom>
                <a:rect b="b" l="l" r="r" t="t"/>
                <a:pathLst>
                  <a:path extrusionOk="0" h="956" w="836">
                    <a:moveTo>
                      <a:pt x="378" y="1"/>
                    </a:moveTo>
                    <a:cubicBezTo>
                      <a:pt x="338" y="1"/>
                      <a:pt x="299" y="61"/>
                      <a:pt x="279" y="100"/>
                    </a:cubicBezTo>
                    <a:lnTo>
                      <a:pt x="279" y="140"/>
                    </a:lnTo>
                    <a:cubicBezTo>
                      <a:pt x="239" y="160"/>
                      <a:pt x="179" y="180"/>
                      <a:pt x="139" y="240"/>
                    </a:cubicBezTo>
                    <a:cubicBezTo>
                      <a:pt x="60" y="299"/>
                      <a:pt x="0" y="399"/>
                      <a:pt x="0" y="498"/>
                    </a:cubicBezTo>
                    <a:cubicBezTo>
                      <a:pt x="0" y="578"/>
                      <a:pt x="40" y="637"/>
                      <a:pt x="40" y="677"/>
                    </a:cubicBezTo>
                    <a:cubicBezTo>
                      <a:pt x="60" y="697"/>
                      <a:pt x="60" y="737"/>
                      <a:pt x="80" y="777"/>
                    </a:cubicBezTo>
                    <a:cubicBezTo>
                      <a:pt x="100" y="836"/>
                      <a:pt x="139" y="856"/>
                      <a:pt x="179" y="876"/>
                    </a:cubicBezTo>
                    <a:cubicBezTo>
                      <a:pt x="199" y="896"/>
                      <a:pt x="239" y="936"/>
                      <a:pt x="259" y="936"/>
                    </a:cubicBezTo>
                    <a:cubicBezTo>
                      <a:pt x="299" y="956"/>
                      <a:pt x="358" y="956"/>
                      <a:pt x="398" y="956"/>
                    </a:cubicBezTo>
                    <a:cubicBezTo>
                      <a:pt x="478" y="956"/>
                      <a:pt x="537" y="936"/>
                      <a:pt x="597" y="896"/>
                    </a:cubicBezTo>
                    <a:cubicBezTo>
                      <a:pt x="657" y="876"/>
                      <a:pt x="677" y="856"/>
                      <a:pt x="696" y="797"/>
                    </a:cubicBezTo>
                    <a:cubicBezTo>
                      <a:pt x="736" y="777"/>
                      <a:pt x="756" y="737"/>
                      <a:pt x="776" y="677"/>
                    </a:cubicBezTo>
                    <a:lnTo>
                      <a:pt x="776" y="637"/>
                    </a:lnTo>
                    <a:cubicBezTo>
                      <a:pt x="796" y="538"/>
                      <a:pt x="836" y="478"/>
                      <a:pt x="796" y="438"/>
                    </a:cubicBezTo>
                    <a:cubicBezTo>
                      <a:pt x="796" y="379"/>
                      <a:pt x="776" y="339"/>
                      <a:pt x="756" y="279"/>
                    </a:cubicBezTo>
                    <a:cubicBezTo>
                      <a:pt x="736" y="259"/>
                      <a:pt x="696" y="200"/>
                      <a:pt x="677" y="200"/>
                    </a:cubicBezTo>
                    <a:cubicBezTo>
                      <a:pt x="637" y="160"/>
                      <a:pt x="577" y="140"/>
                      <a:pt x="497" y="100"/>
                    </a:cubicBezTo>
                    <a:lnTo>
                      <a:pt x="478" y="100"/>
                    </a:lnTo>
                    <a:lnTo>
                      <a:pt x="478" y="80"/>
                    </a:lnTo>
                    <a:cubicBezTo>
                      <a:pt x="458" y="41"/>
                      <a:pt x="438" y="1"/>
                      <a:pt x="3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9" name="Google Shape;5539;p27"/>
              <p:cNvSpPr/>
              <p:nvPr/>
            </p:nvSpPr>
            <p:spPr>
              <a:xfrm>
                <a:off x="2515575" y="5082663"/>
                <a:ext cx="21925" cy="24075"/>
              </a:xfrm>
              <a:custGeom>
                <a:rect b="b" l="l" r="r" t="t"/>
                <a:pathLst>
                  <a:path extrusionOk="0" h="963" w="877">
                    <a:moveTo>
                      <a:pt x="438" y="1"/>
                    </a:moveTo>
                    <a:cubicBezTo>
                      <a:pt x="419" y="1"/>
                      <a:pt x="379" y="1"/>
                      <a:pt x="339" y="41"/>
                    </a:cubicBezTo>
                    <a:cubicBezTo>
                      <a:pt x="319" y="61"/>
                      <a:pt x="279" y="61"/>
                      <a:pt x="239" y="81"/>
                    </a:cubicBezTo>
                    <a:cubicBezTo>
                      <a:pt x="220" y="100"/>
                      <a:pt x="180" y="120"/>
                      <a:pt x="140" y="160"/>
                    </a:cubicBezTo>
                    <a:cubicBezTo>
                      <a:pt x="120" y="180"/>
                      <a:pt x="100" y="240"/>
                      <a:pt x="80" y="260"/>
                    </a:cubicBezTo>
                    <a:cubicBezTo>
                      <a:pt x="41" y="299"/>
                      <a:pt x="21" y="319"/>
                      <a:pt x="21" y="379"/>
                    </a:cubicBezTo>
                    <a:cubicBezTo>
                      <a:pt x="21" y="419"/>
                      <a:pt x="1" y="458"/>
                      <a:pt x="1" y="498"/>
                    </a:cubicBezTo>
                    <a:lnTo>
                      <a:pt x="1" y="578"/>
                    </a:lnTo>
                    <a:cubicBezTo>
                      <a:pt x="1" y="618"/>
                      <a:pt x="1" y="657"/>
                      <a:pt x="21" y="697"/>
                    </a:cubicBezTo>
                    <a:cubicBezTo>
                      <a:pt x="41" y="757"/>
                      <a:pt x="80" y="817"/>
                      <a:pt x="120" y="856"/>
                    </a:cubicBezTo>
                    <a:cubicBezTo>
                      <a:pt x="180" y="896"/>
                      <a:pt x="220" y="936"/>
                      <a:pt x="279" y="956"/>
                    </a:cubicBezTo>
                    <a:cubicBezTo>
                      <a:pt x="306" y="960"/>
                      <a:pt x="333" y="963"/>
                      <a:pt x="360" y="963"/>
                    </a:cubicBezTo>
                    <a:cubicBezTo>
                      <a:pt x="451" y="963"/>
                      <a:pt x="540" y="933"/>
                      <a:pt x="617" y="856"/>
                    </a:cubicBezTo>
                    <a:lnTo>
                      <a:pt x="677" y="797"/>
                    </a:lnTo>
                    <a:lnTo>
                      <a:pt x="717" y="757"/>
                    </a:lnTo>
                    <a:cubicBezTo>
                      <a:pt x="737" y="697"/>
                      <a:pt x="796" y="677"/>
                      <a:pt x="816" y="638"/>
                    </a:cubicBezTo>
                    <a:cubicBezTo>
                      <a:pt x="876" y="578"/>
                      <a:pt x="876" y="478"/>
                      <a:pt x="876" y="399"/>
                    </a:cubicBezTo>
                    <a:cubicBezTo>
                      <a:pt x="836" y="399"/>
                      <a:pt x="836" y="379"/>
                      <a:pt x="816" y="319"/>
                    </a:cubicBezTo>
                    <a:cubicBezTo>
                      <a:pt x="816" y="299"/>
                      <a:pt x="796" y="260"/>
                      <a:pt x="777" y="240"/>
                    </a:cubicBezTo>
                    <a:lnTo>
                      <a:pt x="796" y="200"/>
                    </a:lnTo>
                    <a:cubicBezTo>
                      <a:pt x="816" y="180"/>
                      <a:pt x="796" y="100"/>
                      <a:pt x="737" y="100"/>
                    </a:cubicBezTo>
                    <a:lnTo>
                      <a:pt x="677" y="100"/>
                    </a:lnTo>
                    <a:cubicBezTo>
                      <a:pt x="617" y="81"/>
                      <a:pt x="598" y="61"/>
                      <a:pt x="538" y="41"/>
                    </a:cubicBezTo>
                    <a:cubicBezTo>
                      <a:pt x="518" y="41"/>
                      <a:pt x="478" y="41"/>
                      <a:pt x="43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0" name="Google Shape;5540;p27"/>
              <p:cNvSpPr/>
              <p:nvPr/>
            </p:nvSpPr>
            <p:spPr>
              <a:xfrm>
                <a:off x="2842325" y="5087888"/>
                <a:ext cx="21900" cy="21675"/>
              </a:xfrm>
              <a:custGeom>
                <a:rect b="b" l="l" r="r" t="t"/>
                <a:pathLst>
                  <a:path extrusionOk="0" h="867" w="876">
                    <a:moveTo>
                      <a:pt x="440" y="1"/>
                    </a:moveTo>
                    <a:cubicBezTo>
                      <a:pt x="403" y="1"/>
                      <a:pt x="368" y="11"/>
                      <a:pt x="338" y="31"/>
                    </a:cubicBezTo>
                    <a:cubicBezTo>
                      <a:pt x="259" y="51"/>
                      <a:pt x="199" y="70"/>
                      <a:pt x="159" y="110"/>
                    </a:cubicBezTo>
                    <a:cubicBezTo>
                      <a:pt x="100" y="170"/>
                      <a:pt x="60" y="249"/>
                      <a:pt x="20" y="329"/>
                    </a:cubicBezTo>
                    <a:cubicBezTo>
                      <a:pt x="20" y="369"/>
                      <a:pt x="0" y="389"/>
                      <a:pt x="20" y="448"/>
                    </a:cubicBezTo>
                    <a:lnTo>
                      <a:pt x="20" y="488"/>
                    </a:lnTo>
                    <a:lnTo>
                      <a:pt x="60" y="588"/>
                    </a:lnTo>
                    <a:cubicBezTo>
                      <a:pt x="80" y="608"/>
                      <a:pt x="80" y="647"/>
                      <a:pt x="100" y="687"/>
                    </a:cubicBezTo>
                    <a:cubicBezTo>
                      <a:pt x="140" y="707"/>
                      <a:pt x="159" y="747"/>
                      <a:pt x="159" y="767"/>
                    </a:cubicBezTo>
                    <a:cubicBezTo>
                      <a:pt x="179" y="787"/>
                      <a:pt x="239" y="846"/>
                      <a:pt x="279" y="846"/>
                    </a:cubicBezTo>
                    <a:cubicBezTo>
                      <a:pt x="299" y="866"/>
                      <a:pt x="338" y="866"/>
                      <a:pt x="378" y="866"/>
                    </a:cubicBezTo>
                    <a:lnTo>
                      <a:pt x="478" y="866"/>
                    </a:lnTo>
                    <a:cubicBezTo>
                      <a:pt x="498" y="866"/>
                      <a:pt x="557" y="866"/>
                      <a:pt x="577" y="846"/>
                    </a:cubicBezTo>
                    <a:cubicBezTo>
                      <a:pt x="597" y="846"/>
                      <a:pt x="637" y="806"/>
                      <a:pt x="657" y="787"/>
                    </a:cubicBezTo>
                    <a:lnTo>
                      <a:pt x="677" y="787"/>
                    </a:lnTo>
                    <a:cubicBezTo>
                      <a:pt x="677" y="787"/>
                      <a:pt x="696" y="787"/>
                      <a:pt x="696" y="767"/>
                    </a:cubicBezTo>
                    <a:lnTo>
                      <a:pt x="736" y="747"/>
                    </a:lnTo>
                    <a:lnTo>
                      <a:pt x="756" y="707"/>
                    </a:lnTo>
                    <a:cubicBezTo>
                      <a:pt x="796" y="667"/>
                      <a:pt x="856" y="588"/>
                      <a:pt x="856" y="508"/>
                    </a:cubicBezTo>
                    <a:cubicBezTo>
                      <a:pt x="856" y="488"/>
                      <a:pt x="856" y="448"/>
                      <a:pt x="876" y="409"/>
                    </a:cubicBezTo>
                    <a:lnTo>
                      <a:pt x="796" y="269"/>
                    </a:lnTo>
                    <a:cubicBezTo>
                      <a:pt x="796" y="249"/>
                      <a:pt x="776" y="190"/>
                      <a:pt x="756" y="170"/>
                    </a:cubicBezTo>
                    <a:lnTo>
                      <a:pt x="677" y="90"/>
                    </a:lnTo>
                    <a:lnTo>
                      <a:pt x="677" y="70"/>
                    </a:lnTo>
                    <a:cubicBezTo>
                      <a:pt x="677" y="42"/>
                      <a:pt x="637" y="14"/>
                      <a:pt x="606" y="14"/>
                    </a:cubicBezTo>
                    <a:cubicBezTo>
                      <a:pt x="594" y="14"/>
                      <a:pt x="583" y="19"/>
                      <a:pt x="577" y="31"/>
                    </a:cubicBezTo>
                    <a:lnTo>
                      <a:pt x="557" y="31"/>
                    </a:lnTo>
                    <a:cubicBezTo>
                      <a:pt x="517" y="11"/>
                      <a:pt x="478" y="1"/>
                      <a:pt x="44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541" name="Google Shape;5541;p27"/>
          <p:cNvGrpSpPr/>
          <p:nvPr/>
        </p:nvGrpSpPr>
        <p:grpSpPr>
          <a:xfrm flipH="1">
            <a:off x="957699" y="4608494"/>
            <a:ext cx="134691" cy="140500"/>
            <a:chOff x="5391935" y="668507"/>
            <a:chExt cx="134691" cy="140500"/>
          </a:xfrm>
        </p:grpSpPr>
        <p:sp>
          <p:nvSpPr>
            <p:cNvPr id="5542" name="Google Shape;5542;p27"/>
            <p:cNvSpPr/>
            <p:nvPr/>
          </p:nvSpPr>
          <p:spPr>
            <a:xfrm rot="6625235">
              <a:off x="5403317" y="6877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3" name="Google Shape;5543;p27"/>
            <p:cNvSpPr/>
            <p:nvPr/>
          </p:nvSpPr>
          <p:spPr>
            <a:xfrm>
              <a:off x="5443232" y="683007"/>
              <a:ext cx="32079" cy="31612"/>
            </a:xfrm>
            <a:custGeom>
              <a:rect b="b" l="l" r="r" t="t"/>
              <a:pathLst>
                <a:path extrusionOk="0" fill="none" h="2302" w="2336">
                  <a:moveTo>
                    <a:pt x="2335" y="1168"/>
                  </a:moveTo>
                  <a:cubicBezTo>
                    <a:pt x="2335" y="1802"/>
                    <a:pt x="1802" y="2302"/>
                    <a:pt x="1168" y="2302"/>
                  </a:cubicBezTo>
                  <a:cubicBezTo>
                    <a:pt x="501" y="2302"/>
                    <a:pt x="0" y="1802"/>
                    <a:pt x="0" y="1168"/>
                  </a:cubicBezTo>
                  <a:cubicBezTo>
                    <a:pt x="0" y="501"/>
                    <a:pt x="501" y="0"/>
                    <a:pt x="1168" y="0"/>
                  </a:cubicBezTo>
                  <a:cubicBezTo>
                    <a:pt x="1802" y="0"/>
                    <a:pt x="2335" y="501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4" name="Google Shape;5544;p27"/>
          <p:cNvGrpSpPr/>
          <p:nvPr/>
        </p:nvGrpSpPr>
        <p:grpSpPr>
          <a:xfrm flipH="1">
            <a:off x="8904155" y="704833"/>
            <a:ext cx="98100" cy="107593"/>
            <a:chOff x="151270" y="809008"/>
            <a:chExt cx="98100" cy="107593"/>
          </a:xfrm>
        </p:grpSpPr>
        <p:sp>
          <p:nvSpPr>
            <p:cNvPr id="5545" name="Google Shape;5545;p27"/>
            <p:cNvSpPr/>
            <p:nvPr/>
          </p:nvSpPr>
          <p:spPr>
            <a:xfrm rot="5400000">
              <a:off x="146524" y="8137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6" name="Google Shape;5546;p27"/>
            <p:cNvSpPr/>
            <p:nvPr/>
          </p:nvSpPr>
          <p:spPr>
            <a:xfrm>
              <a:off x="151279" y="8467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7" name="Google Shape;5547;p27"/>
          <p:cNvGrpSpPr/>
          <p:nvPr/>
        </p:nvGrpSpPr>
        <p:grpSpPr>
          <a:xfrm flipH="1">
            <a:off x="6199456" y="4608497"/>
            <a:ext cx="139069" cy="132484"/>
            <a:chOff x="2908251" y="4753922"/>
            <a:chExt cx="139069" cy="132484"/>
          </a:xfrm>
        </p:grpSpPr>
        <p:sp>
          <p:nvSpPr>
            <p:cNvPr id="5548" name="Google Shape;5548;p27"/>
            <p:cNvSpPr/>
            <p:nvPr/>
          </p:nvSpPr>
          <p:spPr>
            <a:xfrm rot="1036744">
              <a:off x="2921054" y="47684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9" name="Google Shape;5549;p27"/>
            <p:cNvSpPr/>
            <p:nvPr/>
          </p:nvSpPr>
          <p:spPr>
            <a:xfrm>
              <a:off x="2959020" y="479229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50" name="Google Shape;5550;p27"/>
          <p:cNvGrpSpPr/>
          <p:nvPr/>
        </p:nvGrpSpPr>
        <p:grpSpPr>
          <a:xfrm flipH="1">
            <a:off x="9022730" y="3207346"/>
            <a:ext cx="98100" cy="107593"/>
            <a:chOff x="298495" y="3020846"/>
            <a:chExt cx="98100" cy="107593"/>
          </a:xfrm>
        </p:grpSpPr>
        <p:sp>
          <p:nvSpPr>
            <p:cNvPr id="5551" name="Google Shape;5551;p27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2" name="Google Shape;5552;p27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53" name="Google Shape;5553;p27"/>
          <p:cNvGrpSpPr/>
          <p:nvPr/>
        </p:nvGrpSpPr>
        <p:grpSpPr>
          <a:xfrm flipH="1">
            <a:off x="8328274" y="394494"/>
            <a:ext cx="134691" cy="140500"/>
            <a:chOff x="10" y="1980682"/>
            <a:chExt cx="134691" cy="140500"/>
          </a:xfrm>
        </p:grpSpPr>
        <p:sp>
          <p:nvSpPr>
            <p:cNvPr id="5554" name="Google Shape;5554;p27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5" name="Google Shape;5555;p27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56" name="Google Shape;5556;p27"/>
          <p:cNvGrpSpPr/>
          <p:nvPr/>
        </p:nvGrpSpPr>
        <p:grpSpPr>
          <a:xfrm flipH="1">
            <a:off x="8828043" y="4666309"/>
            <a:ext cx="139069" cy="132484"/>
            <a:chOff x="925663" y="2413659"/>
            <a:chExt cx="139069" cy="132484"/>
          </a:xfrm>
        </p:grpSpPr>
        <p:sp>
          <p:nvSpPr>
            <p:cNvPr id="5557" name="Google Shape;5557;p27"/>
            <p:cNvSpPr/>
            <p:nvPr/>
          </p:nvSpPr>
          <p:spPr>
            <a:xfrm rot="1036744">
              <a:off x="938467" y="242817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8" name="Google Shape;5558;p27"/>
            <p:cNvSpPr/>
            <p:nvPr/>
          </p:nvSpPr>
          <p:spPr>
            <a:xfrm>
              <a:off x="981445" y="2466143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59" name="Google Shape;5559;p27"/>
          <p:cNvGrpSpPr/>
          <p:nvPr/>
        </p:nvGrpSpPr>
        <p:grpSpPr>
          <a:xfrm flipH="1">
            <a:off x="382024" y="2888832"/>
            <a:ext cx="134691" cy="140500"/>
            <a:chOff x="8180660" y="3700657"/>
            <a:chExt cx="134691" cy="140500"/>
          </a:xfrm>
        </p:grpSpPr>
        <p:sp>
          <p:nvSpPr>
            <p:cNvPr id="5560" name="Google Shape;5560;p27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1" name="Google Shape;5561;p27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62" name="Google Shape;5562;p27"/>
          <p:cNvGrpSpPr/>
          <p:nvPr/>
        </p:nvGrpSpPr>
        <p:grpSpPr>
          <a:xfrm flipH="1">
            <a:off x="280674" y="1110557"/>
            <a:ext cx="134691" cy="140500"/>
            <a:chOff x="8782710" y="3004407"/>
            <a:chExt cx="134691" cy="140500"/>
          </a:xfrm>
        </p:grpSpPr>
        <p:sp>
          <p:nvSpPr>
            <p:cNvPr id="5563" name="Google Shape;5563;p27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4" name="Google Shape;5564;p27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65" name="Google Shape;5565;p27"/>
          <p:cNvGrpSpPr/>
          <p:nvPr/>
        </p:nvGrpSpPr>
        <p:grpSpPr>
          <a:xfrm flipH="1">
            <a:off x="245143" y="1981459"/>
            <a:ext cx="139069" cy="132484"/>
            <a:chOff x="6787926" y="360297"/>
            <a:chExt cx="139069" cy="132484"/>
          </a:xfrm>
        </p:grpSpPr>
        <p:sp>
          <p:nvSpPr>
            <p:cNvPr id="5566" name="Google Shape;5566;p27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7" name="Google Shape;5567;p27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68" name="Google Shape;5568;p27"/>
          <p:cNvGrpSpPr/>
          <p:nvPr/>
        </p:nvGrpSpPr>
        <p:grpSpPr>
          <a:xfrm flipH="1">
            <a:off x="332449" y="3811282"/>
            <a:ext cx="134691" cy="140500"/>
            <a:chOff x="3516385" y="421707"/>
            <a:chExt cx="134691" cy="140500"/>
          </a:xfrm>
        </p:grpSpPr>
        <p:sp>
          <p:nvSpPr>
            <p:cNvPr id="5569" name="Google Shape;5569;p27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0" name="Google Shape;5570;p27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1" name="Google Shape;5571;p27"/>
          <p:cNvGrpSpPr/>
          <p:nvPr/>
        </p:nvGrpSpPr>
        <p:grpSpPr>
          <a:xfrm flipH="1">
            <a:off x="3129687" y="304532"/>
            <a:ext cx="134691" cy="140500"/>
            <a:chOff x="7608023" y="4524632"/>
            <a:chExt cx="134691" cy="140500"/>
          </a:xfrm>
        </p:grpSpPr>
        <p:sp>
          <p:nvSpPr>
            <p:cNvPr id="5572" name="Google Shape;5572;p27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3" name="Google Shape;5573;p27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4" name="Google Shape;5574;p27"/>
          <p:cNvGrpSpPr/>
          <p:nvPr/>
        </p:nvGrpSpPr>
        <p:grpSpPr>
          <a:xfrm flipH="1">
            <a:off x="8967093" y="1679497"/>
            <a:ext cx="139069" cy="132484"/>
            <a:chOff x="6974538" y="4344709"/>
            <a:chExt cx="139069" cy="132484"/>
          </a:xfrm>
        </p:grpSpPr>
        <p:sp>
          <p:nvSpPr>
            <p:cNvPr id="5575" name="Google Shape;5575;p27"/>
            <p:cNvSpPr/>
            <p:nvPr/>
          </p:nvSpPr>
          <p:spPr>
            <a:xfrm rot="1036744">
              <a:off x="6987342" y="4359225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6" name="Google Shape;5576;p27"/>
            <p:cNvSpPr/>
            <p:nvPr/>
          </p:nvSpPr>
          <p:spPr>
            <a:xfrm>
              <a:off x="7030336" y="4369263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7" name="Google Shape;5577;p27"/>
          <p:cNvGrpSpPr/>
          <p:nvPr/>
        </p:nvGrpSpPr>
        <p:grpSpPr>
          <a:xfrm flipH="1">
            <a:off x="683187" y="394507"/>
            <a:ext cx="134691" cy="140500"/>
            <a:chOff x="1062773" y="3863207"/>
            <a:chExt cx="134691" cy="140500"/>
          </a:xfrm>
        </p:grpSpPr>
        <p:sp>
          <p:nvSpPr>
            <p:cNvPr id="5578" name="Google Shape;5578;p27"/>
            <p:cNvSpPr/>
            <p:nvPr/>
          </p:nvSpPr>
          <p:spPr>
            <a:xfrm rot="6625235">
              <a:off x="1074155" y="38824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9" name="Google Shape;5579;p27"/>
            <p:cNvSpPr/>
            <p:nvPr/>
          </p:nvSpPr>
          <p:spPr>
            <a:xfrm>
              <a:off x="1128169" y="3908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">
    <p:spTree>
      <p:nvGrpSpPr>
        <p:cNvPr id="5580" name="Shape 5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1" name="Google Shape;5581;p28"/>
          <p:cNvGrpSpPr/>
          <p:nvPr/>
        </p:nvGrpSpPr>
        <p:grpSpPr>
          <a:xfrm>
            <a:off x="364387" y="383913"/>
            <a:ext cx="8415234" cy="4375675"/>
            <a:chOff x="0" y="597975"/>
            <a:chExt cx="9144011" cy="4375675"/>
          </a:xfrm>
        </p:grpSpPr>
        <p:grpSp>
          <p:nvGrpSpPr>
            <p:cNvPr id="5582" name="Google Shape;5582;p28"/>
            <p:cNvGrpSpPr/>
            <p:nvPr/>
          </p:nvGrpSpPr>
          <p:grpSpPr>
            <a:xfrm>
              <a:off x="0" y="597975"/>
              <a:ext cx="9144011" cy="1215675"/>
              <a:chOff x="0" y="597975"/>
              <a:chExt cx="9144011" cy="1215675"/>
            </a:xfrm>
          </p:grpSpPr>
          <p:sp>
            <p:nvSpPr>
              <p:cNvPr id="5583" name="Google Shape;5583;p28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4" name="Google Shape;5584;p28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5" name="Google Shape;5585;p28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6" name="Google Shape;5586;p28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7" name="Google Shape;5587;p28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8" name="Google Shape;5588;p28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89" name="Google Shape;5589;p28"/>
            <p:cNvGrpSpPr/>
            <p:nvPr/>
          </p:nvGrpSpPr>
          <p:grpSpPr>
            <a:xfrm>
              <a:off x="0" y="2057375"/>
              <a:ext cx="9144011" cy="1456875"/>
              <a:chOff x="0" y="356775"/>
              <a:chExt cx="9144011" cy="1456875"/>
            </a:xfrm>
          </p:grpSpPr>
          <p:sp>
            <p:nvSpPr>
              <p:cNvPr id="5590" name="Google Shape;5590;p28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1" name="Google Shape;5591;p28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2" name="Google Shape;5592;p28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3" name="Google Shape;5593;p28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4" name="Google Shape;5594;p28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5" name="Google Shape;5595;p28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6" name="Google Shape;5596;p28"/>
              <p:cNvSpPr/>
              <p:nvPr/>
            </p:nvSpPr>
            <p:spPr>
              <a:xfrm>
                <a:off x="0" y="18039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97" name="Google Shape;5597;p28"/>
            <p:cNvGrpSpPr/>
            <p:nvPr/>
          </p:nvGrpSpPr>
          <p:grpSpPr>
            <a:xfrm>
              <a:off x="0" y="3757975"/>
              <a:ext cx="9144011" cy="1215675"/>
              <a:chOff x="0" y="356775"/>
              <a:chExt cx="9144011" cy="1215675"/>
            </a:xfrm>
          </p:grpSpPr>
          <p:sp>
            <p:nvSpPr>
              <p:cNvPr id="5598" name="Google Shape;5598;p28"/>
              <p:cNvSpPr/>
              <p:nvPr/>
            </p:nvSpPr>
            <p:spPr>
              <a:xfrm>
                <a:off x="0" y="3567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9" name="Google Shape;5599;p28"/>
              <p:cNvSpPr/>
              <p:nvPr/>
            </p:nvSpPr>
            <p:spPr>
              <a:xfrm>
                <a:off x="0" y="597975"/>
                <a:ext cx="9144011" cy="9700"/>
              </a:xfrm>
              <a:custGeom>
                <a:rect b="b" l="l" r="r" t="t"/>
                <a:pathLst>
                  <a:path extrusionOk="0" h="388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9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0" name="Google Shape;5600;p28"/>
              <p:cNvSpPr/>
              <p:nvPr/>
            </p:nvSpPr>
            <p:spPr>
              <a:xfrm>
                <a:off x="0" y="8391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1" name="Google Shape;5601;p28"/>
              <p:cNvSpPr/>
              <p:nvPr/>
            </p:nvSpPr>
            <p:spPr>
              <a:xfrm>
                <a:off x="0" y="10803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8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2" name="Google Shape;5602;p28"/>
              <p:cNvSpPr/>
              <p:nvPr/>
            </p:nvSpPr>
            <p:spPr>
              <a:xfrm>
                <a:off x="0" y="13215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3" name="Google Shape;5603;p28"/>
              <p:cNvSpPr/>
              <p:nvPr/>
            </p:nvSpPr>
            <p:spPr>
              <a:xfrm>
                <a:off x="0" y="1562775"/>
                <a:ext cx="9144011" cy="9675"/>
              </a:xfrm>
              <a:custGeom>
                <a:rect b="b" l="l" r="r" t="t"/>
                <a:pathLst>
                  <a:path extrusionOk="0" h="387" w="35509">
                    <a:moveTo>
                      <a:pt x="17253" y="0"/>
                    </a:moveTo>
                    <a:cubicBezTo>
                      <a:pt x="14272" y="0"/>
                      <a:pt x="11292" y="2"/>
                      <a:pt x="8315" y="9"/>
                    </a:cubicBezTo>
                    <a:cubicBezTo>
                      <a:pt x="6565" y="9"/>
                      <a:pt x="4794" y="9"/>
                      <a:pt x="3064" y="49"/>
                    </a:cubicBezTo>
                    <a:lnTo>
                      <a:pt x="477" y="49"/>
                    </a:lnTo>
                    <a:cubicBezTo>
                      <a:pt x="0" y="49"/>
                      <a:pt x="0" y="367"/>
                      <a:pt x="477" y="367"/>
                    </a:cubicBezTo>
                    <a:cubicBezTo>
                      <a:pt x="1751" y="367"/>
                      <a:pt x="3004" y="367"/>
                      <a:pt x="4277" y="387"/>
                    </a:cubicBezTo>
                    <a:lnTo>
                      <a:pt x="14243" y="387"/>
                    </a:lnTo>
                    <a:cubicBezTo>
                      <a:pt x="18699" y="387"/>
                      <a:pt x="23155" y="387"/>
                      <a:pt x="27591" y="367"/>
                    </a:cubicBezTo>
                    <a:lnTo>
                      <a:pt x="35150" y="367"/>
                    </a:lnTo>
                    <a:cubicBezTo>
                      <a:pt x="35389" y="367"/>
                      <a:pt x="35508" y="287"/>
                      <a:pt x="35508" y="188"/>
                    </a:cubicBezTo>
                    <a:cubicBezTo>
                      <a:pt x="35508" y="108"/>
                      <a:pt x="35389" y="9"/>
                      <a:pt x="35150" y="9"/>
                    </a:cubicBezTo>
                    <a:cubicBezTo>
                      <a:pt x="29183" y="9"/>
                      <a:pt x="23215" y="0"/>
                      <a:pt x="172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604" name="Google Shape;5604;p28"/>
          <p:cNvGrpSpPr/>
          <p:nvPr/>
        </p:nvGrpSpPr>
        <p:grpSpPr>
          <a:xfrm flipH="1" rot="10800000">
            <a:off x="-175725" y="166713"/>
            <a:ext cx="9504988" cy="86625"/>
            <a:chOff x="-180675" y="4763425"/>
            <a:chExt cx="9504988" cy="86625"/>
          </a:xfrm>
        </p:grpSpPr>
        <p:sp>
          <p:nvSpPr>
            <p:cNvPr id="5605" name="Google Shape;5605;p28"/>
            <p:cNvSpPr/>
            <p:nvPr/>
          </p:nvSpPr>
          <p:spPr>
            <a:xfrm>
              <a:off x="-180675" y="4763425"/>
              <a:ext cx="9504988" cy="86625"/>
            </a:xfrm>
            <a:custGeom>
              <a:rect b="b" l="l" r="r" t="t"/>
              <a:pathLst>
                <a:path extrusionOk="0" h="3465" w="91348">
                  <a:moveTo>
                    <a:pt x="77721" y="1"/>
                  </a:moveTo>
                  <a:cubicBezTo>
                    <a:pt x="70096" y="1"/>
                    <a:pt x="62470" y="45"/>
                    <a:pt x="54845" y="45"/>
                  </a:cubicBezTo>
                  <a:cubicBezTo>
                    <a:pt x="43466" y="45"/>
                    <a:pt x="32067" y="65"/>
                    <a:pt x="20689" y="65"/>
                  </a:cubicBezTo>
                  <a:cubicBezTo>
                    <a:pt x="17466" y="65"/>
                    <a:pt x="14303" y="105"/>
                    <a:pt x="11081" y="144"/>
                  </a:cubicBezTo>
                  <a:cubicBezTo>
                    <a:pt x="10916" y="145"/>
                    <a:pt x="10751" y="146"/>
                    <a:pt x="10585" y="146"/>
                  </a:cubicBezTo>
                  <a:cubicBezTo>
                    <a:pt x="9361" y="146"/>
                    <a:pt x="8124" y="122"/>
                    <a:pt x="6886" y="122"/>
                  </a:cubicBezTo>
                  <a:cubicBezTo>
                    <a:pt x="5003" y="122"/>
                    <a:pt x="3119" y="178"/>
                    <a:pt x="1274" y="463"/>
                  </a:cubicBezTo>
                  <a:cubicBezTo>
                    <a:pt x="0" y="662"/>
                    <a:pt x="0" y="2830"/>
                    <a:pt x="1274" y="3009"/>
                  </a:cubicBezTo>
                  <a:cubicBezTo>
                    <a:pt x="3089" y="3288"/>
                    <a:pt x="4945" y="3325"/>
                    <a:pt x="6800" y="3325"/>
                  </a:cubicBezTo>
                  <a:cubicBezTo>
                    <a:pt x="7450" y="3325"/>
                    <a:pt x="8100" y="3320"/>
                    <a:pt x="8748" y="3320"/>
                  </a:cubicBezTo>
                  <a:cubicBezTo>
                    <a:pt x="9148" y="3320"/>
                    <a:pt x="9548" y="3322"/>
                    <a:pt x="9947" y="3327"/>
                  </a:cubicBezTo>
                  <a:lnTo>
                    <a:pt x="18520" y="3387"/>
                  </a:lnTo>
                  <a:cubicBezTo>
                    <a:pt x="20976" y="3413"/>
                    <a:pt x="23427" y="3420"/>
                    <a:pt x="25879" y="3420"/>
                  </a:cubicBezTo>
                  <a:cubicBezTo>
                    <a:pt x="29147" y="3420"/>
                    <a:pt x="32414" y="3407"/>
                    <a:pt x="35688" y="3407"/>
                  </a:cubicBezTo>
                  <a:cubicBezTo>
                    <a:pt x="47067" y="3407"/>
                    <a:pt x="58465" y="3447"/>
                    <a:pt x="69844" y="3447"/>
                  </a:cubicBezTo>
                  <a:cubicBezTo>
                    <a:pt x="74140" y="3447"/>
                    <a:pt x="78437" y="3464"/>
                    <a:pt x="82728" y="3464"/>
                  </a:cubicBezTo>
                  <a:cubicBezTo>
                    <a:pt x="84874" y="3464"/>
                    <a:pt x="87018" y="3460"/>
                    <a:pt x="89159" y="3447"/>
                  </a:cubicBezTo>
                  <a:cubicBezTo>
                    <a:pt x="91348" y="3387"/>
                    <a:pt x="91348" y="45"/>
                    <a:pt x="89159" y="45"/>
                  </a:cubicBezTo>
                  <a:cubicBezTo>
                    <a:pt x="85347" y="12"/>
                    <a:pt x="81534" y="1"/>
                    <a:pt x="77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06" name="Google Shape;5606;p28"/>
            <p:cNvGrpSpPr/>
            <p:nvPr/>
          </p:nvGrpSpPr>
          <p:grpSpPr>
            <a:xfrm>
              <a:off x="44750" y="4780900"/>
              <a:ext cx="2196675" cy="46575"/>
              <a:chOff x="44750" y="4780900"/>
              <a:chExt cx="2196675" cy="46575"/>
            </a:xfrm>
          </p:grpSpPr>
          <p:sp>
            <p:nvSpPr>
              <p:cNvPr id="5607" name="Google Shape;5607;p28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8" name="Google Shape;5608;p28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9" name="Google Shape;5609;p28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0" name="Google Shape;5610;p28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1" name="Google Shape;5611;p28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2" name="Google Shape;5612;p28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3" name="Google Shape;5613;p28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4" name="Google Shape;5614;p28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5" name="Google Shape;5615;p28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6" name="Google Shape;5616;p28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7" name="Google Shape;5617;p28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8" name="Google Shape;5618;p28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9" name="Google Shape;5619;p28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0" name="Google Shape;5620;p28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1" name="Google Shape;5621;p28"/>
            <p:cNvGrpSpPr/>
            <p:nvPr/>
          </p:nvGrpSpPr>
          <p:grpSpPr>
            <a:xfrm>
              <a:off x="2376500" y="4783450"/>
              <a:ext cx="2196675" cy="46575"/>
              <a:chOff x="44750" y="4780900"/>
              <a:chExt cx="2196675" cy="46575"/>
            </a:xfrm>
          </p:grpSpPr>
          <p:sp>
            <p:nvSpPr>
              <p:cNvPr id="5622" name="Google Shape;5622;p28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3" name="Google Shape;5623;p28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4" name="Google Shape;5624;p28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5" name="Google Shape;5625;p28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6" name="Google Shape;5626;p28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7" name="Google Shape;5627;p28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8" name="Google Shape;5628;p28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9" name="Google Shape;5629;p28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0" name="Google Shape;5630;p28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1" name="Google Shape;5631;p28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2" name="Google Shape;5632;p28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3" name="Google Shape;5633;p28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4" name="Google Shape;5634;p28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5" name="Google Shape;5635;p28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36" name="Google Shape;5636;p28"/>
            <p:cNvGrpSpPr/>
            <p:nvPr/>
          </p:nvGrpSpPr>
          <p:grpSpPr>
            <a:xfrm>
              <a:off x="4685750" y="4780900"/>
              <a:ext cx="2196675" cy="46575"/>
              <a:chOff x="44750" y="4780900"/>
              <a:chExt cx="2196675" cy="46575"/>
            </a:xfrm>
          </p:grpSpPr>
          <p:sp>
            <p:nvSpPr>
              <p:cNvPr id="5637" name="Google Shape;5637;p28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8" name="Google Shape;5638;p28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9" name="Google Shape;5639;p28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0" name="Google Shape;5640;p28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1" name="Google Shape;5641;p28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2" name="Google Shape;5642;p28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3" name="Google Shape;5643;p28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4" name="Google Shape;5644;p28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5" name="Google Shape;5645;p28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6" name="Google Shape;5646;p28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7" name="Google Shape;5647;p28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8" name="Google Shape;5648;p28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9" name="Google Shape;5649;p28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0" name="Google Shape;5650;p28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1" name="Google Shape;5651;p28"/>
            <p:cNvGrpSpPr/>
            <p:nvPr/>
          </p:nvGrpSpPr>
          <p:grpSpPr>
            <a:xfrm>
              <a:off x="7017500" y="4783450"/>
              <a:ext cx="2196675" cy="46575"/>
              <a:chOff x="44750" y="4780900"/>
              <a:chExt cx="2196675" cy="46575"/>
            </a:xfrm>
          </p:grpSpPr>
          <p:sp>
            <p:nvSpPr>
              <p:cNvPr id="5652" name="Google Shape;5652;p28"/>
              <p:cNvSpPr/>
              <p:nvPr/>
            </p:nvSpPr>
            <p:spPr>
              <a:xfrm>
                <a:off x="535600" y="4780900"/>
                <a:ext cx="48275" cy="46575"/>
              </a:xfrm>
              <a:custGeom>
                <a:rect b="b" l="l" r="r" t="t"/>
                <a:pathLst>
                  <a:path extrusionOk="0" h="1863" w="193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5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6" y="1862"/>
                      <a:pt x="1028" y="1862"/>
                    </a:cubicBezTo>
                    <a:cubicBezTo>
                      <a:pt x="1120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30" y="898"/>
                      <a:pt x="1891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3" name="Google Shape;5653;p28"/>
              <p:cNvSpPr/>
              <p:nvPr/>
            </p:nvSpPr>
            <p:spPr>
              <a:xfrm>
                <a:off x="372500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58" y="201"/>
                      <a:pt x="239" y="301"/>
                      <a:pt x="139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80" y="1077"/>
                    </a:cubicBezTo>
                    <a:cubicBezTo>
                      <a:pt x="80" y="1136"/>
                      <a:pt x="80" y="1156"/>
                      <a:pt x="119" y="1196"/>
                    </a:cubicBezTo>
                    <a:cubicBezTo>
                      <a:pt x="139" y="1295"/>
                      <a:pt x="17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0" y="1455"/>
                      <a:pt x="185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4" name="Google Shape;5654;p28"/>
              <p:cNvSpPr/>
              <p:nvPr/>
            </p:nvSpPr>
            <p:spPr>
              <a:xfrm>
                <a:off x="20837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9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79" y="1375"/>
                      <a:pt x="239" y="1455"/>
                    </a:cubicBezTo>
                    <a:cubicBezTo>
                      <a:pt x="359" y="1634"/>
                      <a:pt x="538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4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5" name="Google Shape;5655;p28"/>
              <p:cNvSpPr/>
              <p:nvPr/>
            </p:nvSpPr>
            <p:spPr>
              <a:xfrm>
                <a:off x="447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3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993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6" name="Google Shape;5656;p28"/>
              <p:cNvSpPr/>
              <p:nvPr/>
            </p:nvSpPr>
            <p:spPr>
              <a:xfrm>
                <a:off x="119802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990" y="1"/>
                    </a:moveTo>
                    <a:cubicBezTo>
                      <a:pt x="972" y="1"/>
                      <a:pt x="954" y="1"/>
                      <a:pt x="936" y="2"/>
                    </a:cubicBezTo>
                    <a:cubicBezTo>
                      <a:pt x="797" y="42"/>
                      <a:pt x="637" y="62"/>
                      <a:pt x="498" y="142"/>
                    </a:cubicBezTo>
                    <a:cubicBezTo>
                      <a:pt x="359" y="201"/>
                      <a:pt x="240" y="301"/>
                      <a:pt x="140" y="440"/>
                    </a:cubicBezTo>
                    <a:cubicBezTo>
                      <a:pt x="61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40" y="1455"/>
                    </a:cubicBezTo>
                    <a:cubicBezTo>
                      <a:pt x="359" y="1634"/>
                      <a:pt x="538" y="1753"/>
                      <a:pt x="757" y="1833"/>
                    </a:cubicBezTo>
                    <a:cubicBezTo>
                      <a:pt x="836" y="1852"/>
                      <a:pt x="926" y="1862"/>
                      <a:pt x="1018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72" y="1733"/>
                      <a:pt x="1791" y="1455"/>
                      <a:pt x="1851" y="1156"/>
                    </a:cubicBezTo>
                    <a:cubicBezTo>
                      <a:pt x="1891" y="898"/>
                      <a:pt x="1891" y="599"/>
                      <a:pt x="1732" y="380"/>
                    </a:cubicBezTo>
                    <a:cubicBezTo>
                      <a:pt x="1563" y="155"/>
                      <a:pt x="1287" y="1"/>
                      <a:pt x="990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7" name="Google Shape;5657;p28"/>
              <p:cNvSpPr/>
              <p:nvPr/>
            </p:nvSpPr>
            <p:spPr>
              <a:xfrm>
                <a:off x="10339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989" y="1"/>
                    </a:moveTo>
                    <a:cubicBezTo>
                      <a:pt x="971" y="1"/>
                      <a:pt x="953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58" y="201"/>
                      <a:pt x="239" y="301"/>
                      <a:pt x="140" y="440"/>
                    </a:cubicBezTo>
                    <a:cubicBezTo>
                      <a:pt x="6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58" y="1634"/>
                      <a:pt x="537" y="1753"/>
                      <a:pt x="756" y="1833"/>
                    </a:cubicBezTo>
                    <a:cubicBezTo>
                      <a:pt x="836" y="1852"/>
                      <a:pt x="925" y="1862"/>
                      <a:pt x="1015" y="1862"/>
                    </a:cubicBezTo>
                    <a:cubicBezTo>
                      <a:pt x="1104" y="1862"/>
                      <a:pt x="1194" y="1852"/>
                      <a:pt x="1273" y="1833"/>
                    </a:cubicBezTo>
                    <a:cubicBezTo>
                      <a:pt x="1572" y="1733"/>
                      <a:pt x="1771" y="1455"/>
                      <a:pt x="185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62" y="155"/>
                      <a:pt x="1287" y="1"/>
                      <a:pt x="98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8" name="Google Shape;5658;p28"/>
              <p:cNvSpPr/>
              <p:nvPr/>
            </p:nvSpPr>
            <p:spPr>
              <a:xfrm>
                <a:off x="87030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4" y="1"/>
                      <a:pt x="955" y="1"/>
                      <a:pt x="936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9" y="201"/>
                      <a:pt x="239" y="301"/>
                      <a:pt x="140" y="440"/>
                    </a:cubicBezTo>
                    <a:cubicBezTo>
                      <a:pt x="80" y="540"/>
                      <a:pt x="1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39" y="1455"/>
                    </a:cubicBezTo>
                    <a:cubicBezTo>
                      <a:pt x="379" y="1634"/>
                      <a:pt x="538" y="1753"/>
                      <a:pt x="776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9" name="Google Shape;5659;p28"/>
              <p:cNvSpPr/>
              <p:nvPr/>
            </p:nvSpPr>
            <p:spPr>
              <a:xfrm>
                <a:off x="706675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4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41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200" y="1375"/>
                      <a:pt x="260" y="1455"/>
                    </a:cubicBezTo>
                    <a:cubicBezTo>
                      <a:pt x="379" y="1634"/>
                      <a:pt x="53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0" name="Google Shape;5660;p28"/>
              <p:cNvSpPr/>
              <p:nvPr/>
            </p:nvSpPr>
            <p:spPr>
              <a:xfrm>
                <a:off x="1859975" y="4780900"/>
                <a:ext cx="47250" cy="46575"/>
              </a:xfrm>
              <a:custGeom>
                <a:rect b="b" l="l" r="r" t="t"/>
                <a:pathLst>
                  <a:path extrusionOk="0" h="1863" w="1890">
                    <a:moveTo>
                      <a:pt x="992" y="1"/>
                    </a:moveTo>
                    <a:cubicBezTo>
                      <a:pt x="973" y="1"/>
                      <a:pt x="954" y="1"/>
                      <a:pt x="935" y="2"/>
                    </a:cubicBezTo>
                    <a:cubicBezTo>
                      <a:pt x="796" y="42"/>
                      <a:pt x="637" y="62"/>
                      <a:pt x="497" y="142"/>
                    </a:cubicBezTo>
                    <a:cubicBezTo>
                      <a:pt x="378" y="201"/>
                      <a:pt x="239" y="301"/>
                      <a:pt x="13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19" y="1196"/>
                    </a:cubicBezTo>
                    <a:cubicBezTo>
                      <a:pt x="139" y="1295"/>
                      <a:pt x="199" y="1375"/>
                      <a:pt x="239" y="1455"/>
                    </a:cubicBezTo>
                    <a:cubicBezTo>
                      <a:pt x="378" y="1634"/>
                      <a:pt x="537" y="1753"/>
                      <a:pt x="776" y="1833"/>
                    </a:cubicBezTo>
                    <a:cubicBezTo>
                      <a:pt x="845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1" y="1733"/>
                      <a:pt x="1790" y="1455"/>
                      <a:pt x="1870" y="1156"/>
                    </a:cubicBezTo>
                    <a:cubicBezTo>
                      <a:pt x="1890" y="898"/>
                      <a:pt x="1890" y="599"/>
                      <a:pt x="1731" y="380"/>
                    </a:cubicBezTo>
                    <a:cubicBezTo>
                      <a:pt x="1581" y="155"/>
                      <a:pt x="1306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1" name="Google Shape;5661;p28"/>
              <p:cNvSpPr/>
              <p:nvPr/>
            </p:nvSpPr>
            <p:spPr>
              <a:xfrm>
                <a:off x="1695850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992" y="1"/>
                    </a:moveTo>
                    <a:cubicBezTo>
                      <a:pt x="973" y="1"/>
                      <a:pt x="955" y="1"/>
                      <a:pt x="935" y="2"/>
                    </a:cubicBezTo>
                    <a:cubicBezTo>
                      <a:pt x="796" y="42"/>
                      <a:pt x="637" y="62"/>
                      <a:pt x="498" y="142"/>
                    </a:cubicBezTo>
                    <a:cubicBezTo>
                      <a:pt x="378" y="201"/>
                      <a:pt x="239" y="301"/>
                      <a:pt x="140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4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40" y="1295"/>
                      <a:pt x="199" y="1375"/>
                      <a:pt x="239" y="1455"/>
                    </a:cubicBezTo>
                    <a:cubicBezTo>
                      <a:pt x="378" y="1634"/>
                      <a:pt x="538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31" y="380"/>
                    </a:cubicBezTo>
                    <a:cubicBezTo>
                      <a:pt x="1581" y="155"/>
                      <a:pt x="1307" y="1"/>
                      <a:pt x="992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2" name="Google Shape;5662;p28"/>
              <p:cNvSpPr/>
              <p:nvPr/>
            </p:nvSpPr>
            <p:spPr>
              <a:xfrm>
                <a:off x="1532225" y="4780900"/>
                <a:ext cx="47775" cy="46575"/>
              </a:xfrm>
              <a:custGeom>
                <a:rect b="b" l="l" r="r" t="t"/>
                <a:pathLst>
                  <a:path extrusionOk="0" h="1863" w="1911">
                    <a:moveTo>
                      <a:pt x="1009" y="1"/>
                    </a:moveTo>
                    <a:cubicBezTo>
                      <a:pt x="991" y="1"/>
                      <a:pt x="974" y="1"/>
                      <a:pt x="956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9" y="201"/>
                      <a:pt x="239" y="301"/>
                      <a:pt x="160" y="440"/>
                    </a:cubicBezTo>
                    <a:cubicBezTo>
                      <a:pt x="80" y="540"/>
                      <a:pt x="1" y="699"/>
                      <a:pt x="21" y="858"/>
                    </a:cubicBezTo>
                    <a:cubicBezTo>
                      <a:pt x="21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60" y="1295"/>
                      <a:pt x="200" y="1375"/>
                      <a:pt x="259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46" y="1852"/>
                      <a:pt x="931" y="1862"/>
                      <a:pt x="1020" y="1862"/>
                    </a:cubicBezTo>
                    <a:cubicBezTo>
                      <a:pt x="1110" y="1862"/>
                      <a:pt x="120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910" y="898"/>
                      <a:pt x="1891" y="599"/>
                      <a:pt x="1731" y="380"/>
                    </a:cubicBezTo>
                    <a:cubicBezTo>
                      <a:pt x="1581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3" name="Google Shape;5663;p28"/>
              <p:cNvSpPr/>
              <p:nvPr/>
            </p:nvSpPr>
            <p:spPr>
              <a:xfrm>
                <a:off x="1368125" y="4780900"/>
                <a:ext cx="47750" cy="46575"/>
              </a:xfrm>
              <a:custGeom>
                <a:rect b="b" l="l" r="r" t="t"/>
                <a:pathLst>
                  <a:path extrusionOk="0" h="1863" w="191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20" y="858"/>
                    </a:cubicBezTo>
                    <a:cubicBezTo>
                      <a:pt x="2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2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46" y="1852"/>
                      <a:pt x="930" y="1862"/>
                      <a:pt x="1020" y="1862"/>
                    </a:cubicBezTo>
                    <a:cubicBezTo>
                      <a:pt x="1109" y="1862"/>
                      <a:pt x="120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10" y="898"/>
                      <a:pt x="191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4" name="Google Shape;5664;p28"/>
              <p:cNvSpPr/>
              <p:nvPr/>
            </p:nvSpPr>
            <p:spPr>
              <a:xfrm>
                <a:off x="2194150" y="4780900"/>
                <a:ext cx="47275" cy="46575"/>
              </a:xfrm>
              <a:custGeom>
                <a:rect b="b" l="l" r="r" t="t"/>
                <a:pathLst>
                  <a:path extrusionOk="0" h="1863" w="1891">
                    <a:moveTo>
                      <a:pt x="1009" y="1"/>
                    </a:moveTo>
                    <a:cubicBezTo>
                      <a:pt x="992" y="1"/>
                      <a:pt x="974" y="1"/>
                      <a:pt x="956" y="2"/>
                    </a:cubicBezTo>
                    <a:cubicBezTo>
                      <a:pt x="797" y="42"/>
                      <a:pt x="657" y="62"/>
                      <a:pt x="498" y="142"/>
                    </a:cubicBezTo>
                    <a:cubicBezTo>
                      <a:pt x="379" y="201"/>
                      <a:pt x="260" y="301"/>
                      <a:pt x="160" y="440"/>
                    </a:cubicBezTo>
                    <a:cubicBezTo>
                      <a:pt x="81" y="540"/>
                      <a:pt x="1" y="699"/>
                      <a:pt x="41" y="858"/>
                    </a:cubicBezTo>
                    <a:cubicBezTo>
                      <a:pt x="41" y="937"/>
                      <a:pt x="61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60" y="1295"/>
                      <a:pt x="200" y="1375"/>
                      <a:pt x="260" y="1455"/>
                    </a:cubicBezTo>
                    <a:cubicBezTo>
                      <a:pt x="379" y="1634"/>
                      <a:pt x="558" y="1753"/>
                      <a:pt x="777" y="1833"/>
                    </a:cubicBezTo>
                    <a:cubicBezTo>
                      <a:pt x="856" y="1852"/>
                      <a:pt x="946" y="1862"/>
                      <a:pt x="1035" y="1862"/>
                    </a:cubicBezTo>
                    <a:cubicBezTo>
                      <a:pt x="1125" y="1862"/>
                      <a:pt x="1214" y="1852"/>
                      <a:pt x="1294" y="1833"/>
                    </a:cubicBezTo>
                    <a:cubicBezTo>
                      <a:pt x="1592" y="1733"/>
                      <a:pt x="1791" y="1455"/>
                      <a:pt x="1871" y="1156"/>
                    </a:cubicBezTo>
                    <a:cubicBezTo>
                      <a:pt x="1891" y="898"/>
                      <a:pt x="1891" y="599"/>
                      <a:pt x="1751" y="380"/>
                    </a:cubicBezTo>
                    <a:cubicBezTo>
                      <a:pt x="1583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5" name="Google Shape;5665;p28"/>
              <p:cNvSpPr/>
              <p:nvPr/>
            </p:nvSpPr>
            <p:spPr>
              <a:xfrm>
                <a:off x="2030050" y="4780900"/>
                <a:ext cx="48250" cy="46575"/>
              </a:xfrm>
              <a:custGeom>
                <a:rect b="b" l="l" r="r" t="t"/>
                <a:pathLst>
                  <a:path extrusionOk="0" h="1863" w="1930">
                    <a:moveTo>
                      <a:pt x="1009" y="1"/>
                    </a:moveTo>
                    <a:cubicBezTo>
                      <a:pt x="991" y="1"/>
                      <a:pt x="973" y="1"/>
                      <a:pt x="955" y="2"/>
                    </a:cubicBezTo>
                    <a:cubicBezTo>
                      <a:pt x="796" y="42"/>
                      <a:pt x="657" y="62"/>
                      <a:pt x="498" y="142"/>
                    </a:cubicBezTo>
                    <a:cubicBezTo>
                      <a:pt x="378" y="201"/>
                      <a:pt x="259" y="301"/>
                      <a:pt x="159" y="440"/>
                    </a:cubicBezTo>
                    <a:cubicBezTo>
                      <a:pt x="80" y="540"/>
                      <a:pt x="0" y="699"/>
                      <a:pt x="40" y="858"/>
                    </a:cubicBezTo>
                    <a:cubicBezTo>
                      <a:pt x="40" y="937"/>
                      <a:pt x="60" y="997"/>
                      <a:pt x="100" y="1077"/>
                    </a:cubicBezTo>
                    <a:cubicBezTo>
                      <a:pt x="100" y="1136"/>
                      <a:pt x="100" y="1156"/>
                      <a:pt x="140" y="1196"/>
                    </a:cubicBezTo>
                    <a:cubicBezTo>
                      <a:pt x="159" y="1295"/>
                      <a:pt x="199" y="1375"/>
                      <a:pt x="259" y="1455"/>
                    </a:cubicBezTo>
                    <a:cubicBezTo>
                      <a:pt x="378" y="1634"/>
                      <a:pt x="557" y="1753"/>
                      <a:pt x="776" y="1833"/>
                    </a:cubicBezTo>
                    <a:cubicBezTo>
                      <a:pt x="856" y="1852"/>
                      <a:pt x="945" y="1862"/>
                      <a:pt x="1035" y="1862"/>
                    </a:cubicBezTo>
                    <a:cubicBezTo>
                      <a:pt x="1124" y="1862"/>
                      <a:pt x="1214" y="1852"/>
                      <a:pt x="1293" y="1833"/>
                    </a:cubicBezTo>
                    <a:cubicBezTo>
                      <a:pt x="1592" y="1733"/>
                      <a:pt x="1791" y="1455"/>
                      <a:pt x="1870" y="1156"/>
                    </a:cubicBezTo>
                    <a:cubicBezTo>
                      <a:pt x="1930" y="898"/>
                      <a:pt x="1930" y="599"/>
                      <a:pt x="1751" y="380"/>
                    </a:cubicBezTo>
                    <a:cubicBezTo>
                      <a:pt x="1582" y="155"/>
                      <a:pt x="1307" y="1"/>
                      <a:pt x="100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666" name="Google Shape;5666;p28"/>
          <p:cNvGrpSpPr/>
          <p:nvPr/>
        </p:nvGrpSpPr>
        <p:grpSpPr>
          <a:xfrm flipH="1" rot="10800000">
            <a:off x="-290562" y="4866388"/>
            <a:ext cx="9932525" cy="101238"/>
            <a:chOff x="-871025" y="2187363"/>
            <a:chExt cx="9932525" cy="101238"/>
          </a:xfrm>
        </p:grpSpPr>
        <p:sp>
          <p:nvSpPr>
            <p:cNvPr id="5667" name="Google Shape;5667;p28"/>
            <p:cNvSpPr/>
            <p:nvPr/>
          </p:nvSpPr>
          <p:spPr>
            <a:xfrm>
              <a:off x="-871025" y="2191663"/>
              <a:ext cx="9672782" cy="91675"/>
            </a:xfrm>
            <a:custGeom>
              <a:rect b="b" l="l" r="r" t="t"/>
              <a:pathLst>
                <a:path extrusionOk="0" h="3667" w="59600">
                  <a:moveTo>
                    <a:pt x="56724" y="1"/>
                  </a:moveTo>
                  <a:cubicBezTo>
                    <a:pt x="56314" y="1"/>
                    <a:pt x="55907" y="26"/>
                    <a:pt x="55541" y="26"/>
                  </a:cubicBezTo>
                  <a:lnTo>
                    <a:pt x="52736" y="26"/>
                  </a:lnTo>
                  <a:cubicBezTo>
                    <a:pt x="50866" y="26"/>
                    <a:pt x="49016" y="46"/>
                    <a:pt x="47127" y="46"/>
                  </a:cubicBezTo>
                  <a:cubicBezTo>
                    <a:pt x="43387" y="66"/>
                    <a:pt x="39627" y="66"/>
                    <a:pt x="35907" y="86"/>
                  </a:cubicBezTo>
                  <a:cubicBezTo>
                    <a:pt x="28467" y="125"/>
                    <a:pt x="21027" y="145"/>
                    <a:pt x="13607" y="225"/>
                  </a:cubicBezTo>
                  <a:cubicBezTo>
                    <a:pt x="11479" y="245"/>
                    <a:pt x="9370" y="265"/>
                    <a:pt x="7262" y="324"/>
                  </a:cubicBezTo>
                  <a:cubicBezTo>
                    <a:pt x="6247" y="344"/>
                    <a:pt x="5213" y="364"/>
                    <a:pt x="4218" y="424"/>
                  </a:cubicBezTo>
                  <a:cubicBezTo>
                    <a:pt x="3124" y="464"/>
                    <a:pt x="1731" y="384"/>
                    <a:pt x="816" y="1021"/>
                  </a:cubicBezTo>
                  <a:cubicBezTo>
                    <a:pt x="41" y="1538"/>
                    <a:pt x="1" y="2632"/>
                    <a:pt x="816" y="3129"/>
                  </a:cubicBezTo>
                  <a:cubicBezTo>
                    <a:pt x="1672" y="3666"/>
                    <a:pt x="2766" y="3567"/>
                    <a:pt x="3721" y="3627"/>
                  </a:cubicBezTo>
                  <a:cubicBezTo>
                    <a:pt x="4188" y="3646"/>
                    <a:pt x="4656" y="3651"/>
                    <a:pt x="5121" y="3651"/>
                  </a:cubicBezTo>
                  <a:cubicBezTo>
                    <a:pt x="5586" y="3651"/>
                    <a:pt x="6048" y="3646"/>
                    <a:pt x="6506" y="3646"/>
                  </a:cubicBezTo>
                  <a:cubicBezTo>
                    <a:pt x="8376" y="3646"/>
                    <a:pt x="10246" y="3646"/>
                    <a:pt x="12076" y="3627"/>
                  </a:cubicBezTo>
                  <a:cubicBezTo>
                    <a:pt x="15756" y="3607"/>
                    <a:pt x="19476" y="3567"/>
                    <a:pt x="23156" y="3567"/>
                  </a:cubicBezTo>
                  <a:cubicBezTo>
                    <a:pt x="30636" y="3547"/>
                    <a:pt x="38115" y="3547"/>
                    <a:pt x="45595" y="3527"/>
                  </a:cubicBezTo>
                  <a:lnTo>
                    <a:pt x="55024" y="3527"/>
                  </a:lnTo>
                  <a:cubicBezTo>
                    <a:pt x="55454" y="3527"/>
                    <a:pt x="55957" y="3561"/>
                    <a:pt x="56466" y="3561"/>
                  </a:cubicBezTo>
                  <a:cubicBezTo>
                    <a:pt x="57251" y="3561"/>
                    <a:pt x="58049" y="3480"/>
                    <a:pt x="58605" y="3070"/>
                  </a:cubicBezTo>
                  <a:cubicBezTo>
                    <a:pt x="59579" y="2373"/>
                    <a:pt x="59599" y="1160"/>
                    <a:pt x="58605" y="444"/>
                  </a:cubicBezTo>
                  <a:cubicBezTo>
                    <a:pt x="58095" y="71"/>
                    <a:pt x="57406" y="1"/>
                    <a:pt x="567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68" name="Google Shape;5668;p28"/>
            <p:cNvGrpSpPr/>
            <p:nvPr/>
          </p:nvGrpSpPr>
          <p:grpSpPr>
            <a:xfrm>
              <a:off x="-586875" y="2190300"/>
              <a:ext cx="1569125" cy="98300"/>
              <a:chOff x="-586875" y="2190300"/>
              <a:chExt cx="1569125" cy="98300"/>
            </a:xfrm>
          </p:grpSpPr>
          <p:sp>
            <p:nvSpPr>
              <p:cNvPr id="5669" name="Google Shape;5669;p28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0" name="Google Shape;5670;p28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1" name="Google Shape;5671;p28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2" name="Google Shape;5672;p28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3" name="Google Shape;5673;p28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4" name="Google Shape;5674;p28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5" name="Google Shape;5675;p28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6" name="Google Shape;5676;p28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7" name="Google Shape;5677;p28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8" name="Google Shape;5678;p28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9" name="Google Shape;5679;p28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80" name="Google Shape;5680;p28"/>
            <p:cNvGrpSpPr/>
            <p:nvPr/>
          </p:nvGrpSpPr>
          <p:grpSpPr>
            <a:xfrm>
              <a:off x="1028975" y="2188338"/>
              <a:ext cx="1569125" cy="98300"/>
              <a:chOff x="1028975" y="2188338"/>
              <a:chExt cx="1569125" cy="98300"/>
            </a:xfrm>
          </p:grpSpPr>
          <p:sp>
            <p:nvSpPr>
              <p:cNvPr id="5681" name="Google Shape;5681;p28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2" name="Google Shape;5682;p28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3" name="Google Shape;5683;p28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4" name="Google Shape;5684;p28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5" name="Google Shape;5685;p28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6" name="Google Shape;5686;p28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7" name="Google Shape;5687;p28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8" name="Google Shape;5688;p28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9" name="Google Shape;5689;p28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0" name="Google Shape;5690;p28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1" name="Google Shape;5691;p28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92" name="Google Shape;5692;p28"/>
            <p:cNvGrpSpPr/>
            <p:nvPr/>
          </p:nvGrpSpPr>
          <p:grpSpPr>
            <a:xfrm>
              <a:off x="2644825" y="2189338"/>
              <a:ext cx="1569125" cy="98300"/>
              <a:chOff x="-586875" y="2190300"/>
              <a:chExt cx="1569125" cy="98300"/>
            </a:xfrm>
          </p:grpSpPr>
          <p:sp>
            <p:nvSpPr>
              <p:cNvPr id="5693" name="Google Shape;5693;p28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4" name="Google Shape;5694;p28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5" name="Google Shape;5695;p28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6" name="Google Shape;5696;p28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7" name="Google Shape;5697;p28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8" name="Google Shape;5698;p28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9" name="Google Shape;5699;p28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0" name="Google Shape;5700;p28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1" name="Google Shape;5701;p28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2" name="Google Shape;5702;p28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3" name="Google Shape;5703;p28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04" name="Google Shape;5704;p28"/>
            <p:cNvGrpSpPr/>
            <p:nvPr/>
          </p:nvGrpSpPr>
          <p:grpSpPr>
            <a:xfrm>
              <a:off x="4260675" y="2187375"/>
              <a:ext cx="1569125" cy="98300"/>
              <a:chOff x="1028975" y="2188338"/>
              <a:chExt cx="1569125" cy="98300"/>
            </a:xfrm>
          </p:grpSpPr>
          <p:sp>
            <p:nvSpPr>
              <p:cNvPr id="5705" name="Google Shape;5705;p28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6" name="Google Shape;5706;p28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7" name="Google Shape;5707;p28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8" name="Google Shape;5708;p28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9" name="Google Shape;5709;p28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0" name="Google Shape;5710;p28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1" name="Google Shape;5711;p28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2" name="Google Shape;5712;p28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3" name="Google Shape;5713;p28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4" name="Google Shape;5714;p28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5" name="Google Shape;5715;p28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16" name="Google Shape;5716;p28"/>
            <p:cNvGrpSpPr/>
            <p:nvPr/>
          </p:nvGrpSpPr>
          <p:grpSpPr>
            <a:xfrm>
              <a:off x="5876525" y="2189325"/>
              <a:ext cx="1569125" cy="98300"/>
              <a:chOff x="-586875" y="2190300"/>
              <a:chExt cx="1569125" cy="98300"/>
            </a:xfrm>
          </p:grpSpPr>
          <p:sp>
            <p:nvSpPr>
              <p:cNvPr id="5717" name="Google Shape;5717;p28"/>
              <p:cNvSpPr/>
              <p:nvPr/>
            </p:nvSpPr>
            <p:spPr>
              <a:xfrm>
                <a:off x="-586875" y="2205675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8" name="Google Shape;5718;p28"/>
              <p:cNvSpPr/>
              <p:nvPr/>
            </p:nvSpPr>
            <p:spPr>
              <a:xfrm>
                <a:off x="-460425" y="2204450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9" name="Google Shape;5719;p28"/>
              <p:cNvSpPr/>
              <p:nvPr/>
            </p:nvSpPr>
            <p:spPr>
              <a:xfrm>
                <a:off x="-318675" y="2203800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0" name="Google Shape;5720;p28"/>
              <p:cNvSpPr/>
              <p:nvPr/>
            </p:nvSpPr>
            <p:spPr>
              <a:xfrm>
                <a:off x="-184275" y="2201375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1" name="Google Shape;5721;p28"/>
              <p:cNvSpPr/>
              <p:nvPr/>
            </p:nvSpPr>
            <p:spPr>
              <a:xfrm>
                <a:off x="-68250" y="2199275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2" name="Google Shape;5722;p28"/>
              <p:cNvSpPr/>
              <p:nvPr/>
            </p:nvSpPr>
            <p:spPr>
              <a:xfrm>
                <a:off x="95525" y="2202950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3" name="Google Shape;5723;p28"/>
              <p:cNvSpPr/>
              <p:nvPr/>
            </p:nvSpPr>
            <p:spPr>
              <a:xfrm>
                <a:off x="238900" y="2193325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4" name="Google Shape;5724;p28"/>
              <p:cNvSpPr/>
              <p:nvPr/>
            </p:nvSpPr>
            <p:spPr>
              <a:xfrm>
                <a:off x="394900" y="2199975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5" name="Google Shape;5725;p28"/>
              <p:cNvSpPr/>
              <p:nvPr/>
            </p:nvSpPr>
            <p:spPr>
              <a:xfrm>
                <a:off x="539125" y="2200025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6" name="Google Shape;5726;p28"/>
              <p:cNvSpPr/>
              <p:nvPr/>
            </p:nvSpPr>
            <p:spPr>
              <a:xfrm>
                <a:off x="705725" y="2200825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7" name="Google Shape;5727;p28"/>
              <p:cNvSpPr/>
              <p:nvPr/>
            </p:nvSpPr>
            <p:spPr>
              <a:xfrm>
                <a:off x="855250" y="2190300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28" name="Google Shape;5728;p28"/>
            <p:cNvGrpSpPr/>
            <p:nvPr/>
          </p:nvGrpSpPr>
          <p:grpSpPr>
            <a:xfrm>
              <a:off x="7492375" y="2187363"/>
              <a:ext cx="1569125" cy="98300"/>
              <a:chOff x="1028975" y="2188338"/>
              <a:chExt cx="1569125" cy="98300"/>
            </a:xfrm>
          </p:grpSpPr>
          <p:sp>
            <p:nvSpPr>
              <p:cNvPr id="5729" name="Google Shape;5729;p28"/>
              <p:cNvSpPr/>
              <p:nvPr/>
            </p:nvSpPr>
            <p:spPr>
              <a:xfrm>
                <a:off x="1028975" y="2203713"/>
                <a:ext cx="108500" cy="78100"/>
              </a:xfrm>
              <a:custGeom>
                <a:rect b="b" l="l" r="r" t="t"/>
                <a:pathLst>
                  <a:path extrusionOk="0" h="3124" w="4340">
                    <a:moveTo>
                      <a:pt x="308" y="1"/>
                    </a:moveTo>
                    <a:cubicBezTo>
                      <a:pt x="160" y="1"/>
                      <a:pt x="1" y="139"/>
                      <a:pt x="103" y="292"/>
                    </a:cubicBezTo>
                    <a:cubicBezTo>
                      <a:pt x="361" y="610"/>
                      <a:pt x="700" y="869"/>
                      <a:pt x="998" y="1108"/>
                    </a:cubicBezTo>
                    <a:cubicBezTo>
                      <a:pt x="1316" y="1386"/>
                      <a:pt x="1674" y="1645"/>
                      <a:pt x="2012" y="1903"/>
                    </a:cubicBezTo>
                    <a:cubicBezTo>
                      <a:pt x="2351" y="2162"/>
                      <a:pt x="2689" y="2401"/>
                      <a:pt x="3007" y="2659"/>
                    </a:cubicBezTo>
                    <a:cubicBezTo>
                      <a:pt x="3251" y="2838"/>
                      <a:pt x="3548" y="3124"/>
                      <a:pt x="3866" y="3124"/>
                    </a:cubicBezTo>
                    <a:cubicBezTo>
                      <a:pt x="3937" y="3124"/>
                      <a:pt x="4009" y="3110"/>
                      <a:pt x="4081" y="3077"/>
                    </a:cubicBezTo>
                    <a:cubicBezTo>
                      <a:pt x="4340" y="2918"/>
                      <a:pt x="4280" y="2480"/>
                      <a:pt x="4002" y="2440"/>
                    </a:cubicBezTo>
                    <a:lnTo>
                      <a:pt x="3942" y="2440"/>
                    </a:lnTo>
                    <a:cubicBezTo>
                      <a:pt x="3942" y="2440"/>
                      <a:pt x="3902" y="2421"/>
                      <a:pt x="3882" y="2421"/>
                    </a:cubicBezTo>
                    <a:lnTo>
                      <a:pt x="3664" y="2261"/>
                    </a:lnTo>
                    <a:cubicBezTo>
                      <a:pt x="3504" y="2162"/>
                      <a:pt x="3345" y="2043"/>
                      <a:pt x="3186" y="1943"/>
                    </a:cubicBezTo>
                    <a:cubicBezTo>
                      <a:pt x="2868" y="1704"/>
                      <a:pt x="2569" y="1505"/>
                      <a:pt x="2251" y="1287"/>
                    </a:cubicBezTo>
                    <a:cubicBezTo>
                      <a:pt x="1953" y="1068"/>
                      <a:pt x="1615" y="849"/>
                      <a:pt x="1316" y="650"/>
                    </a:cubicBezTo>
                    <a:cubicBezTo>
                      <a:pt x="1018" y="411"/>
                      <a:pt x="739" y="173"/>
                      <a:pt x="381" y="14"/>
                    </a:cubicBezTo>
                    <a:cubicBezTo>
                      <a:pt x="358" y="5"/>
                      <a:pt x="333" y="1"/>
                      <a:pt x="30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0" name="Google Shape;5730;p28"/>
              <p:cNvSpPr/>
              <p:nvPr/>
            </p:nvSpPr>
            <p:spPr>
              <a:xfrm>
                <a:off x="1155425" y="2202488"/>
                <a:ext cx="111850" cy="79100"/>
              </a:xfrm>
              <a:custGeom>
                <a:rect b="b" l="l" r="r" t="t"/>
                <a:pathLst>
                  <a:path extrusionOk="0" h="3164" w="4474">
                    <a:moveTo>
                      <a:pt x="187" y="1"/>
                    </a:moveTo>
                    <a:cubicBezTo>
                      <a:pt x="66" y="1"/>
                      <a:pt x="1" y="111"/>
                      <a:pt x="38" y="222"/>
                    </a:cubicBezTo>
                    <a:cubicBezTo>
                      <a:pt x="197" y="560"/>
                      <a:pt x="535" y="838"/>
                      <a:pt x="834" y="1057"/>
                    </a:cubicBezTo>
                    <a:cubicBezTo>
                      <a:pt x="1172" y="1316"/>
                      <a:pt x="1470" y="1554"/>
                      <a:pt x="1808" y="1813"/>
                    </a:cubicBezTo>
                    <a:cubicBezTo>
                      <a:pt x="2405" y="2251"/>
                      <a:pt x="3061" y="2629"/>
                      <a:pt x="3718" y="2987"/>
                    </a:cubicBezTo>
                    <a:cubicBezTo>
                      <a:pt x="3781" y="3082"/>
                      <a:pt x="3894" y="3164"/>
                      <a:pt x="4038" y="3164"/>
                    </a:cubicBezTo>
                    <a:cubicBezTo>
                      <a:pt x="4075" y="3164"/>
                      <a:pt x="4115" y="3158"/>
                      <a:pt x="4156" y="3146"/>
                    </a:cubicBezTo>
                    <a:lnTo>
                      <a:pt x="4175" y="3146"/>
                    </a:lnTo>
                    <a:cubicBezTo>
                      <a:pt x="4295" y="3126"/>
                      <a:pt x="4454" y="3007"/>
                      <a:pt x="4474" y="2848"/>
                    </a:cubicBezTo>
                    <a:lnTo>
                      <a:pt x="4474" y="2808"/>
                    </a:lnTo>
                    <a:cubicBezTo>
                      <a:pt x="4474" y="2609"/>
                      <a:pt x="4414" y="2410"/>
                      <a:pt x="4255" y="2310"/>
                    </a:cubicBezTo>
                    <a:cubicBezTo>
                      <a:pt x="3559" y="1972"/>
                      <a:pt x="2863" y="1594"/>
                      <a:pt x="2186" y="1196"/>
                    </a:cubicBezTo>
                    <a:cubicBezTo>
                      <a:pt x="1868" y="997"/>
                      <a:pt x="1530" y="799"/>
                      <a:pt x="1211" y="580"/>
                    </a:cubicBezTo>
                    <a:cubicBezTo>
                      <a:pt x="913" y="341"/>
                      <a:pt x="595" y="82"/>
                      <a:pt x="217" y="3"/>
                    </a:cubicBezTo>
                    <a:cubicBezTo>
                      <a:pt x="207" y="1"/>
                      <a:pt x="197" y="1"/>
                      <a:pt x="187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1" name="Google Shape;5731;p28"/>
              <p:cNvSpPr/>
              <p:nvPr/>
            </p:nvSpPr>
            <p:spPr>
              <a:xfrm>
                <a:off x="1297175" y="2201838"/>
                <a:ext cx="118800" cy="82500"/>
              </a:xfrm>
              <a:custGeom>
                <a:rect b="b" l="l" r="r" t="t"/>
                <a:pathLst>
                  <a:path extrusionOk="0" h="3300" w="4752">
                    <a:moveTo>
                      <a:pt x="271" y="0"/>
                    </a:moveTo>
                    <a:cubicBezTo>
                      <a:pt x="142" y="0"/>
                      <a:pt x="0" y="95"/>
                      <a:pt x="17" y="248"/>
                    </a:cubicBezTo>
                    <a:cubicBezTo>
                      <a:pt x="17" y="327"/>
                      <a:pt x="77" y="407"/>
                      <a:pt x="176" y="427"/>
                    </a:cubicBezTo>
                    <a:lnTo>
                      <a:pt x="196" y="447"/>
                    </a:lnTo>
                    <a:cubicBezTo>
                      <a:pt x="216" y="506"/>
                      <a:pt x="276" y="526"/>
                      <a:pt x="316" y="566"/>
                    </a:cubicBezTo>
                    <a:cubicBezTo>
                      <a:pt x="395" y="646"/>
                      <a:pt x="495" y="725"/>
                      <a:pt x="574" y="765"/>
                    </a:cubicBezTo>
                    <a:cubicBezTo>
                      <a:pt x="733" y="904"/>
                      <a:pt x="912" y="1043"/>
                      <a:pt x="1092" y="1163"/>
                    </a:cubicBezTo>
                    <a:cubicBezTo>
                      <a:pt x="1450" y="1441"/>
                      <a:pt x="1808" y="1720"/>
                      <a:pt x="2166" y="1998"/>
                    </a:cubicBezTo>
                    <a:cubicBezTo>
                      <a:pt x="2504" y="2237"/>
                      <a:pt x="2842" y="2515"/>
                      <a:pt x="3180" y="2754"/>
                    </a:cubicBezTo>
                    <a:cubicBezTo>
                      <a:pt x="3499" y="2993"/>
                      <a:pt x="3857" y="3212"/>
                      <a:pt x="4254" y="3291"/>
                    </a:cubicBezTo>
                    <a:cubicBezTo>
                      <a:pt x="4283" y="3297"/>
                      <a:pt x="4312" y="3300"/>
                      <a:pt x="4340" y="3300"/>
                    </a:cubicBezTo>
                    <a:cubicBezTo>
                      <a:pt x="4508" y="3300"/>
                      <a:pt x="4664" y="3200"/>
                      <a:pt x="4732" y="3013"/>
                    </a:cubicBezTo>
                    <a:cubicBezTo>
                      <a:pt x="4752" y="2854"/>
                      <a:pt x="4613" y="2615"/>
                      <a:pt x="4414" y="2555"/>
                    </a:cubicBezTo>
                    <a:cubicBezTo>
                      <a:pt x="3996" y="2496"/>
                      <a:pt x="3658" y="2217"/>
                      <a:pt x="3300" y="1998"/>
                    </a:cubicBezTo>
                    <a:cubicBezTo>
                      <a:pt x="2902" y="1720"/>
                      <a:pt x="2504" y="1421"/>
                      <a:pt x="2106" y="1143"/>
                    </a:cubicBezTo>
                    <a:cubicBezTo>
                      <a:pt x="1708" y="864"/>
                      <a:pt x="1330" y="606"/>
                      <a:pt x="932" y="327"/>
                    </a:cubicBezTo>
                    <a:cubicBezTo>
                      <a:pt x="773" y="208"/>
                      <a:pt x="535" y="49"/>
                      <a:pt x="336" y="9"/>
                    </a:cubicBezTo>
                    <a:cubicBezTo>
                      <a:pt x="315" y="3"/>
                      <a:pt x="293" y="0"/>
                      <a:pt x="271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2" name="Google Shape;5732;p28"/>
              <p:cNvSpPr/>
              <p:nvPr/>
            </p:nvSpPr>
            <p:spPr>
              <a:xfrm>
                <a:off x="1431575" y="2199413"/>
                <a:ext cx="109225" cy="84375"/>
              </a:xfrm>
              <a:custGeom>
                <a:rect b="b" l="l" r="r" t="t"/>
                <a:pathLst>
                  <a:path extrusionOk="0" h="3375" w="4369">
                    <a:moveTo>
                      <a:pt x="237" y="0"/>
                    </a:moveTo>
                    <a:cubicBezTo>
                      <a:pt x="89" y="0"/>
                      <a:pt x="1" y="145"/>
                      <a:pt x="72" y="305"/>
                    </a:cubicBezTo>
                    <a:cubicBezTo>
                      <a:pt x="152" y="464"/>
                      <a:pt x="351" y="623"/>
                      <a:pt x="490" y="743"/>
                    </a:cubicBezTo>
                    <a:cubicBezTo>
                      <a:pt x="649" y="862"/>
                      <a:pt x="808" y="1021"/>
                      <a:pt x="987" y="1140"/>
                    </a:cubicBezTo>
                    <a:cubicBezTo>
                      <a:pt x="1305" y="1419"/>
                      <a:pt x="1644" y="1658"/>
                      <a:pt x="1962" y="1936"/>
                    </a:cubicBezTo>
                    <a:cubicBezTo>
                      <a:pt x="2280" y="2195"/>
                      <a:pt x="2598" y="2453"/>
                      <a:pt x="2917" y="2712"/>
                    </a:cubicBezTo>
                    <a:cubicBezTo>
                      <a:pt x="3096" y="2831"/>
                      <a:pt x="3255" y="2951"/>
                      <a:pt x="3414" y="3110"/>
                    </a:cubicBezTo>
                    <a:cubicBezTo>
                      <a:pt x="3494" y="3189"/>
                      <a:pt x="3593" y="3249"/>
                      <a:pt x="3673" y="3309"/>
                    </a:cubicBezTo>
                    <a:cubicBezTo>
                      <a:pt x="3743" y="3355"/>
                      <a:pt x="3806" y="3375"/>
                      <a:pt x="3870" y="3375"/>
                    </a:cubicBezTo>
                    <a:cubicBezTo>
                      <a:pt x="3915" y="3375"/>
                      <a:pt x="3961" y="3365"/>
                      <a:pt x="4011" y="3348"/>
                    </a:cubicBezTo>
                    <a:cubicBezTo>
                      <a:pt x="4349" y="3289"/>
                      <a:pt x="4369" y="2871"/>
                      <a:pt x="4210" y="2712"/>
                    </a:cubicBezTo>
                    <a:cubicBezTo>
                      <a:pt x="4090" y="2593"/>
                      <a:pt x="3911" y="2453"/>
                      <a:pt x="3772" y="2354"/>
                    </a:cubicBezTo>
                    <a:cubicBezTo>
                      <a:pt x="3613" y="2234"/>
                      <a:pt x="3454" y="2135"/>
                      <a:pt x="3295" y="2016"/>
                    </a:cubicBezTo>
                    <a:cubicBezTo>
                      <a:pt x="2976" y="1757"/>
                      <a:pt x="2658" y="1538"/>
                      <a:pt x="2300" y="1300"/>
                    </a:cubicBezTo>
                    <a:cubicBezTo>
                      <a:pt x="1982" y="1061"/>
                      <a:pt x="1663" y="842"/>
                      <a:pt x="1325" y="603"/>
                    </a:cubicBezTo>
                    <a:cubicBezTo>
                      <a:pt x="1186" y="464"/>
                      <a:pt x="1007" y="365"/>
                      <a:pt x="828" y="265"/>
                    </a:cubicBezTo>
                    <a:cubicBezTo>
                      <a:pt x="689" y="166"/>
                      <a:pt x="490" y="26"/>
                      <a:pt x="291" y="6"/>
                    </a:cubicBezTo>
                    <a:cubicBezTo>
                      <a:pt x="272" y="2"/>
                      <a:pt x="254" y="0"/>
                      <a:pt x="23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3" name="Google Shape;5733;p28"/>
              <p:cNvSpPr/>
              <p:nvPr/>
            </p:nvSpPr>
            <p:spPr>
              <a:xfrm>
                <a:off x="1547600" y="2197313"/>
                <a:ext cx="120025" cy="79775"/>
              </a:xfrm>
              <a:custGeom>
                <a:rect b="b" l="l" r="r" t="t"/>
                <a:pathLst>
                  <a:path extrusionOk="0" h="3191" w="4801">
                    <a:moveTo>
                      <a:pt x="201" y="1"/>
                    </a:moveTo>
                    <a:cubicBezTo>
                      <a:pt x="50" y="1"/>
                      <a:pt x="0" y="188"/>
                      <a:pt x="106" y="329"/>
                    </a:cubicBezTo>
                    <a:cubicBezTo>
                      <a:pt x="345" y="608"/>
                      <a:pt x="643" y="807"/>
                      <a:pt x="941" y="1006"/>
                    </a:cubicBezTo>
                    <a:lnTo>
                      <a:pt x="1836" y="1602"/>
                    </a:lnTo>
                    <a:cubicBezTo>
                      <a:pt x="2473" y="2020"/>
                      <a:pt x="3090" y="2418"/>
                      <a:pt x="3706" y="2816"/>
                    </a:cubicBezTo>
                    <a:cubicBezTo>
                      <a:pt x="3913" y="2927"/>
                      <a:pt x="4209" y="3191"/>
                      <a:pt x="4471" y="3191"/>
                    </a:cubicBezTo>
                    <a:cubicBezTo>
                      <a:pt x="4537" y="3191"/>
                      <a:pt x="4601" y="3174"/>
                      <a:pt x="4661" y="3134"/>
                    </a:cubicBezTo>
                    <a:cubicBezTo>
                      <a:pt x="4741" y="3035"/>
                      <a:pt x="4800" y="2875"/>
                      <a:pt x="4741" y="2716"/>
                    </a:cubicBezTo>
                    <a:cubicBezTo>
                      <a:pt x="4681" y="2537"/>
                      <a:pt x="4482" y="2438"/>
                      <a:pt x="4323" y="2378"/>
                    </a:cubicBezTo>
                    <a:cubicBezTo>
                      <a:pt x="3706" y="1960"/>
                      <a:pt x="3090" y="1602"/>
                      <a:pt x="2473" y="1224"/>
                    </a:cubicBezTo>
                    <a:cubicBezTo>
                      <a:pt x="2115" y="1006"/>
                      <a:pt x="1737" y="807"/>
                      <a:pt x="1399" y="568"/>
                    </a:cubicBezTo>
                    <a:cubicBezTo>
                      <a:pt x="1041" y="369"/>
                      <a:pt x="683" y="130"/>
                      <a:pt x="265" y="11"/>
                    </a:cubicBezTo>
                    <a:cubicBezTo>
                      <a:pt x="242" y="4"/>
                      <a:pt x="221" y="1"/>
                      <a:pt x="201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4" name="Google Shape;5734;p28"/>
              <p:cNvSpPr/>
              <p:nvPr/>
            </p:nvSpPr>
            <p:spPr>
              <a:xfrm>
                <a:off x="1711375" y="2200988"/>
                <a:ext cx="114550" cy="85650"/>
              </a:xfrm>
              <a:custGeom>
                <a:rect b="b" l="l" r="r" t="t"/>
                <a:pathLst>
                  <a:path extrusionOk="0" h="3426" w="4582">
                    <a:moveTo>
                      <a:pt x="318" y="1"/>
                    </a:moveTo>
                    <a:cubicBezTo>
                      <a:pt x="226" y="1"/>
                      <a:pt x="141" y="30"/>
                      <a:pt x="100" y="103"/>
                    </a:cubicBezTo>
                    <a:cubicBezTo>
                      <a:pt x="40" y="162"/>
                      <a:pt x="0" y="321"/>
                      <a:pt x="119" y="361"/>
                    </a:cubicBezTo>
                    <a:cubicBezTo>
                      <a:pt x="100" y="361"/>
                      <a:pt x="199" y="421"/>
                      <a:pt x="199" y="421"/>
                    </a:cubicBezTo>
                    <a:cubicBezTo>
                      <a:pt x="239" y="481"/>
                      <a:pt x="298" y="500"/>
                      <a:pt x="338" y="560"/>
                    </a:cubicBezTo>
                    <a:cubicBezTo>
                      <a:pt x="497" y="699"/>
                      <a:pt x="656" y="819"/>
                      <a:pt x="836" y="958"/>
                    </a:cubicBezTo>
                    <a:lnTo>
                      <a:pt x="1890" y="1774"/>
                    </a:lnTo>
                    <a:lnTo>
                      <a:pt x="3979" y="3345"/>
                    </a:lnTo>
                    <a:cubicBezTo>
                      <a:pt x="4045" y="3402"/>
                      <a:pt x="4114" y="3426"/>
                      <a:pt x="4180" y="3426"/>
                    </a:cubicBezTo>
                    <a:cubicBezTo>
                      <a:pt x="4395" y="3426"/>
                      <a:pt x="4581" y="3175"/>
                      <a:pt x="4536" y="2947"/>
                    </a:cubicBezTo>
                    <a:cubicBezTo>
                      <a:pt x="4516" y="2808"/>
                      <a:pt x="4456" y="2768"/>
                      <a:pt x="4396" y="2669"/>
                    </a:cubicBezTo>
                    <a:cubicBezTo>
                      <a:pt x="4337" y="2589"/>
                      <a:pt x="4237" y="2569"/>
                      <a:pt x="4158" y="2569"/>
                    </a:cubicBezTo>
                    <a:cubicBezTo>
                      <a:pt x="3382" y="1992"/>
                      <a:pt x="2606" y="1416"/>
                      <a:pt x="1810" y="878"/>
                    </a:cubicBezTo>
                    <a:cubicBezTo>
                      <a:pt x="1412" y="600"/>
                      <a:pt x="1015" y="262"/>
                      <a:pt x="557" y="63"/>
                    </a:cubicBezTo>
                    <a:cubicBezTo>
                      <a:pt x="491" y="25"/>
                      <a:pt x="402" y="1"/>
                      <a:pt x="31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5" name="Google Shape;5735;p28"/>
              <p:cNvSpPr/>
              <p:nvPr/>
            </p:nvSpPr>
            <p:spPr>
              <a:xfrm>
                <a:off x="1854750" y="2191363"/>
                <a:ext cx="130425" cy="88350"/>
              </a:xfrm>
              <a:custGeom>
                <a:rect b="b" l="l" r="r" t="t"/>
                <a:pathLst>
                  <a:path extrusionOk="0" h="3534" w="5217">
                    <a:moveTo>
                      <a:pt x="478" y="1"/>
                    </a:moveTo>
                    <a:cubicBezTo>
                      <a:pt x="399" y="1"/>
                      <a:pt x="319" y="32"/>
                      <a:pt x="273" y="90"/>
                    </a:cubicBezTo>
                    <a:cubicBezTo>
                      <a:pt x="233" y="149"/>
                      <a:pt x="173" y="189"/>
                      <a:pt x="153" y="269"/>
                    </a:cubicBezTo>
                    <a:cubicBezTo>
                      <a:pt x="1" y="459"/>
                      <a:pt x="213" y="668"/>
                      <a:pt x="406" y="668"/>
                    </a:cubicBezTo>
                    <a:cubicBezTo>
                      <a:pt x="415" y="668"/>
                      <a:pt x="423" y="668"/>
                      <a:pt x="432" y="667"/>
                    </a:cubicBezTo>
                    <a:cubicBezTo>
                      <a:pt x="969" y="1263"/>
                      <a:pt x="1665" y="1761"/>
                      <a:pt x="2322" y="2198"/>
                    </a:cubicBezTo>
                    <a:cubicBezTo>
                      <a:pt x="2660" y="2457"/>
                      <a:pt x="3038" y="2676"/>
                      <a:pt x="3416" y="2895"/>
                    </a:cubicBezTo>
                    <a:cubicBezTo>
                      <a:pt x="3575" y="2994"/>
                      <a:pt x="3774" y="3094"/>
                      <a:pt x="3953" y="3233"/>
                    </a:cubicBezTo>
                    <a:cubicBezTo>
                      <a:pt x="4152" y="3332"/>
                      <a:pt x="4371" y="3511"/>
                      <a:pt x="4629" y="3531"/>
                    </a:cubicBezTo>
                    <a:cubicBezTo>
                      <a:pt x="4647" y="3533"/>
                      <a:pt x="4665" y="3534"/>
                      <a:pt x="4682" y="3534"/>
                    </a:cubicBezTo>
                    <a:cubicBezTo>
                      <a:pt x="5079" y="3534"/>
                      <a:pt x="5216" y="3105"/>
                      <a:pt x="4987" y="2915"/>
                    </a:cubicBezTo>
                    <a:cubicBezTo>
                      <a:pt x="4987" y="2915"/>
                      <a:pt x="4967" y="2875"/>
                      <a:pt x="4947" y="2875"/>
                    </a:cubicBezTo>
                    <a:cubicBezTo>
                      <a:pt x="4928" y="2875"/>
                      <a:pt x="4928" y="2855"/>
                      <a:pt x="4888" y="2855"/>
                    </a:cubicBezTo>
                    <a:cubicBezTo>
                      <a:pt x="4748" y="2755"/>
                      <a:pt x="4609" y="2676"/>
                      <a:pt x="4450" y="2596"/>
                    </a:cubicBezTo>
                    <a:cubicBezTo>
                      <a:pt x="4251" y="2497"/>
                      <a:pt x="4052" y="2377"/>
                      <a:pt x="3853" y="2278"/>
                    </a:cubicBezTo>
                    <a:cubicBezTo>
                      <a:pt x="3475" y="2059"/>
                      <a:pt x="3117" y="1840"/>
                      <a:pt x="2739" y="1582"/>
                    </a:cubicBezTo>
                    <a:cubicBezTo>
                      <a:pt x="2023" y="1104"/>
                      <a:pt x="1347" y="547"/>
                      <a:pt x="631" y="50"/>
                    </a:cubicBezTo>
                    <a:cubicBezTo>
                      <a:pt x="589" y="17"/>
                      <a:pt x="534" y="1"/>
                      <a:pt x="47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6" name="Google Shape;5736;p28"/>
              <p:cNvSpPr/>
              <p:nvPr/>
            </p:nvSpPr>
            <p:spPr>
              <a:xfrm>
                <a:off x="2010750" y="2198013"/>
                <a:ext cx="119875" cy="82750"/>
              </a:xfrm>
              <a:custGeom>
                <a:rect b="b" l="l" r="r" t="t"/>
                <a:pathLst>
                  <a:path extrusionOk="0" h="3310" w="4795">
                    <a:moveTo>
                      <a:pt x="248" y="1"/>
                    </a:moveTo>
                    <a:cubicBezTo>
                      <a:pt x="232" y="1"/>
                      <a:pt x="216" y="1"/>
                      <a:pt x="199" y="3"/>
                    </a:cubicBezTo>
                    <a:cubicBezTo>
                      <a:pt x="100" y="3"/>
                      <a:pt x="0" y="102"/>
                      <a:pt x="40" y="202"/>
                    </a:cubicBezTo>
                    <a:cubicBezTo>
                      <a:pt x="120" y="381"/>
                      <a:pt x="239" y="500"/>
                      <a:pt x="398" y="619"/>
                    </a:cubicBezTo>
                    <a:cubicBezTo>
                      <a:pt x="577" y="779"/>
                      <a:pt x="776" y="898"/>
                      <a:pt x="975" y="1017"/>
                    </a:cubicBezTo>
                    <a:lnTo>
                      <a:pt x="2089" y="1773"/>
                    </a:lnTo>
                    <a:cubicBezTo>
                      <a:pt x="2447" y="2012"/>
                      <a:pt x="2785" y="2271"/>
                      <a:pt x="3163" y="2509"/>
                    </a:cubicBezTo>
                    <a:cubicBezTo>
                      <a:pt x="3362" y="2649"/>
                      <a:pt x="3541" y="2788"/>
                      <a:pt x="3740" y="2907"/>
                    </a:cubicBezTo>
                    <a:cubicBezTo>
                      <a:pt x="3939" y="3046"/>
                      <a:pt x="4098" y="3186"/>
                      <a:pt x="4337" y="3285"/>
                    </a:cubicBezTo>
                    <a:cubicBezTo>
                      <a:pt x="4375" y="3302"/>
                      <a:pt x="4412" y="3310"/>
                      <a:pt x="4449" y="3310"/>
                    </a:cubicBezTo>
                    <a:cubicBezTo>
                      <a:pt x="4625" y="3310"/>
                      <a:pt x="4778" y="3132"/>
                      <a:pt x="4795" y="2967"/>
                    </a:cubicBezTo>
                    <a:cubicBezTo>
                      <a:pt x="4795" y="2847"/>
                      <a:pt x="4755" y="2748"/>
                      <a:pt x="4675" y="2668"/>
                    </a:cubicBezTo>
                    <a:cubicBezTo>
                      <a:pt x="4516" y="2489"/>
                      <a:pt x="4317" y="2390"/>
                      <a:pt x="4158" y="2271"/>
                    </a:cubicBezTo>
                    <a:cubicBezTo>
                      <a:pt x="3979" y="2151"/>
                      <a:pt x="3800" y="2012"/>
                      <a:pt x="3601" y="1893"/>
                    </a:cubicBezTo>
                    <a:cubicBezTo>
                      <a:pt x="3223" y="1654"/>
                      <a:pt x="2845" y="1415"/>
                      <a:pt x="2467" y="1196"/>
                    </a:cubicBezTo>
                    <a:cubicBezTo>
                      <a:pt x="2089" y="978"/>
                      <a:pt x="1731" y="719"/>
                      <a:pt x="1373" y="520"/>
                    </a:cubicBezTo>
                    <a:cubicBezTo>
                      <a:pt x="1174" y="421"/>
                      <a:pt x="995" y="301"/>
                      <a:pt x="796" y="202"/>
                    </a:cubicBezTo>
                    <a:cubicBezTo>
                      <a:pt x="630" y="110"/>
                      <a:pt x="448" y="1"/>
                      <a:pt x="248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7" name="Google Shape;5737;p28"/>
              <p:cNvSpPr/>
              <p:nvPr/>
            </p:nvSpPr>
            <p:spPr>
              <a:xfrm>
                <a:off x="2154975" y="2198063"/>
                <a:ext cx="139775" cy="81025"/>
              </a:xfrm>
              <a:custGeom>
                <a:rect b="b" l="l" r="r" t="t"/>
                <a:pathLst>
                  <a:path extrusionOk="0" h="3241" w="5591">
                    <a:moveTo>
                      <a:pt x="279" y="1"/>
                    </a:moveTo>
                    <a:cubicBezTo>
                      <a:pt x="140" y="1"/>
                      <a:pt x="0" y="160"/>
                      <a:pt x="100" y="299"/>
                    </a:cubicBezTo>
                    <a:cubicBezTo>
                      <a:pt x="219" y="498"/>
                      <a:pt x="418" y="617"/>
                      <a:pt x="617" y="777"/>
                    </a:cubicBezTo>
                    <a:cubicBezTo>
                      <a:pt x="836" y="916"/>
                      <a:pt x="1035" y="1035"/>
                      <a:pt x="1273" y="1194"/>
                    </a:cubicBezTo>
                    <a:cubicBezTo>
                      <a:pt x="1711" y="1473"/>
                      <a:pt x="2189" y="1731"/>
                      <a:pt x="2626" y="2010"/>
                    </a:cubicBezTo>
                    <a:cubicBezTo>
                      <a:pt x="3084" y="2269"/>
                      <a:pt x="3521" y="2507"/>
                      <a:pt x="3999" y="2766"/>
                    </a:cubicBezTo>
                    <a:cubicBezTo>
                      <a:pt x="4316" y="2933"/>
                      <a:pt x="4718" y="3240"/>
                      <a:pt x="5086" y="3240"/>
                    </a:cubicBezTo>
                    <a:cubicBezTo>
                      <a:pt x="5156" y="3240"/>
                      <a:pt x="5225" y="3229"/>
                      <a:pt x="5292" y="3204"/>
                    </a:cubicBezTo>
                    <a:cubicBezTo>
                      <a:pt x="5391" y="3184"/>
                      <a:pt x="5511" y="3084"/>
                      <a:pt x="5550" y="2965"/>
                    </a:cubicBezTo>
                    <a:cubicBezTo>
                      <a:pt x="5590" y="2766"/>
                      <a:pt x="5511" y="2587"/>
                      <a:pt x="5292" y="2507"/>
                    </a:cubicBezTo>
                    <a:cubicBezTo>
                      <a:pt x="5093" y="2428"/>
                      <a:pt x="4894" y="2368"/>
                      <a:pt x="4695" y="2269"/>
                    </a:cubicBezTo>
                    <a:cubicBezTo>
                      <a:pt x="4198" y="2010"/>
                      <a:pt x="3680" y="1731"/>
                      <a:pt x="3183" y="1493"/>
                    </a:cubicBezTo>
                    <a:cubicBezTo>
                      <a:pt x="2686" y="1234"/>
                      <a:pt x="2208" y="976"/>
                      <a:pt x="1731" y="697"/>
                    </a:cubicBezTo>
                    <a:cubicBezTo>
                      <a:pt x="1492" y="578"/>
                      <a:pt x="1273" y="419"/>
                      <a:pt x="1015" y="299"/>
                    </a:cubicBezTo>
                    <a:cubicBezTo>
                      <a:pt x="796" y="180"/>
                      <a:pt x="537" y="21"/>
                      <a:pt x="279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8" name="Google Shape;5738;p28"/>
              <p:cNvSpPr/>
              <p:nvPr/>
            </p:nvSpPr>
            <p:spPr>
              <a:xfrm>
                <a:off x="2321575" y="2198863"/>
                <a:ext cx="132300" cy="83325"/>
              </a:xfrm>
              <a:custGeom>
                <a:rect b="b" l="l" r="r" t="t"/>
                <a:pathLst>
                  <a:path extrusionOk="0" h="3333" w="5292">
                    <a:moveTo>
                      <a:pt x="295" y="1"/>
                    </a:moveTo>
                    <a:cubicBezTo>
                      <a:pt x="257" y="1"/>
                      <a:pt x="218" y="3"/>
                      <a:pt x="179" y="9"/>
                    </a:cubicBezTo>
                    <a:cubicBezTo>
                      <a:pt x="0" y="48"/>
                      <a:pt x="0" y="267"/>
                      <a:pt x="80" y="367"/>
                    </a:cubicBezTo>
                    <a:cubicBezTo>
                      <a:pt x="199" y="546"/>
                      <a:pt x="398" y="645"/>
                      <a:pt x="577" y="765"/>
                    </a:cubicBezTo>
                    <a:lnTo>
                      <a:pt x="1094" y="1142"/>
                    </a:lnTo>
                    <a:cubicBezTo>
                      <a:pt x="1472" y="1401"/>
                      <a:pt x="1850" y="1699"/>
                      <a:pt x="2208" y="1978"/>
                    </a:cubicBezTo>
                    <a:cubicBezTo>
                      <a:pt x="2606" y="2256"/>
                      <a:pt x="3004" y="2495"/>
                      <a:pt x="3442" y="2734"/>
                    </a:cubicBezTo>
                    <a:cubicBezTo>
                      <a:pt x="3641" y="2833"/>
                      <a:pt x="3840" y="2953"/>
                      <a:pt x="4058" y="3052"/>
                    </a:cubicBezTo>
                    <a:cubicBezTo>
                      <a:pt x="4267" y="3147"/>
                      <a:pt x="4530" y="3332"/>
                      <a:pt x="4761" y="3332"/>
                    </a:cubicBezTo>
                    <a:cubicBezTo>
                      <a:pt x="4772" y="3332"/>
                      <a:pt x="4783" y="3332"/>
                      <a:pt x="4794" y="3331"/>
                    </a:cubicBezTo>
                    <a:cubicBezTo>
                      <a:pt x="5053" y="3271"/>
                      <a:pt x="5292" y="3012"/>
                      <a:pt x="5113" y="2754"/>
                    </a:cubicBezTo>
                    <a:cubicBezTo>
                      <a:pt x="4974" y="2535"/>
                      <a:pt x="4755" y="2455"/>
                      <a:pt x="4496" y="2356"/>
                    </a:cubicBezTo>
                    <a:cubicBezTo>
                      <a:pt x="4277" y="2256"/>
                      <a:pt x="4058" y="2137"/>
                      <a:pt x="3860" y="2038"/>
                    </a:cubicBezTo>
                    <a:cubicBezTo>
                      <a:pt x="3402" y="1819"/>
                      <a:pt x="2984" y="1540"/>
                      <a:pt x="2567" y="1262"/>
                    </a:cubicBezTo>
                    <a:cubicBezTo>
                      <a:pt x="2169" y="1003"/>
                      <a:pt x="1811" y="705"/>
                      <a:pt x="1413" y="466"/>
                    </a:cubicBezTo>
                    <a:cubicBezTo>
                      <a:pt x="1104" y="267"/>
                      <a:pt x="697" y="1"/>
                      <a:pt x="295" y="1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9" name="Google Shape;5739;p28"/>
              <p:cNvSpPr/>
              <p:nvPr/>
            </p:nvSpPr>
            <p:spPr>
              <a:xfrm>
                <a:off x="2471100" y="2188338"/>
                <a:ext cx="127000" cy="96075"/>
              </a:xfrm>
              <a:custGeom>
                <a:rect b="b" l="l" r="r" t="t"/>
                <a:pathLst>
                  <a:path extrusionOk="0" h="3843" w="5080">
                    <a:moveTo>
                      <a:pt x="327" y="0"/>
                    </a:moveTo>
                    <a:cubicBezTo>
                      <a:pt x="102" y="0"/>
                      <a:pt x="1" y="308"/>
                      <a:pt x="126" y="469"/>
                    </a:cubicBezTo>
                    <a:cubicBezTo>
                      <a:pt x="226" y="629"/>
                      <a:pt x="425" y="788"/>
                      <a:pt x="584" y="927"/>
                    </a:cubicBezTo>
                    <a:cubicBezTo>
                      <a:pt x="783" y="1106"/>
                      <a:pt x="962" y="1265"/>
                      <a:pt x="1161" y="1424"/>
                    </a:cubicBezTo>
                    <a:cubicBezTo>
                      <a:pt x="1519" y="1762"/>
                      <a:pt x="1917" y="2061"/>
                      <a:pt x="2315" y="2359"/>
                    </a:cubicBezTo>
                    <a:cubicBezTo>
                      <a:pt x="2693" y="2618"/>
                      <a:pt x="3090" y="2896"/>
                      <a:pt x="3488" y="3175"/>
                    </a:cubicBezTo>
                    <a:cubicBezTo>
                      <a:pt x="3687" y="3314"/>
                      <a:pt x="3906" y="3453"/>
                      <a:pt x="4105" y="3593"/>
                    </a:cubicBezTo>
                    <a:cubicBezTo>
                      <a:pt x="4292" y="3717"/>
                      <a:pt x="4467" y="3842"/>
                      <a:pt x="4668" y="3842"/>
                    </a:cubicBezTo>
                    <a:cubicBezTo>
                      <a:pt x="4724" y="3842"/>
                      <a:pt x="4781" y="3833"/>
                      <a:pt x="4841" y="3811"/>
                    </a:cubicBezTo>
                    <a:cubicBezTo>
                      <a:pt x="5000" y="3752"/>
                      <a:pt x="5080" y="3573"/>
                      <a:pt x="5060" y="3394"/>
                    </a:cubicBezTo>
                    <a:cubicBezTo>
                      <a:pt x="5000" y="3155"/>
                      <a:pt x="4761" y="2996"/>
                      <a:pt x="4562" y="2876"/>
                    </a:cubicBezTo>
                    <a:lnTo>
                      <a:pt x="3966" y="2498"/>
                    </a:lnTo>
                    <a:cubicBezTo>
                      <a:pt x="3548" y="2220"/>
                      <a:pt x="3150" y="1961"/>
                      <a:pt x="2752" y="1683"/>
                    </a:cubicBezTo>
                    <a:cubicBezTo>
                      <a:pt x="2354" y="1404"/>
                      <a:pt x="1976" y="1126"/>
                      <a:pt x="1598" y="827"/>
                    </a:cubicBezTo>
                    <a:cubicBezTo>
                      <a:pt x="1400" y="688"/>
                      <a:pt x="1221" y="549"/>
                      <a:pt x="1022" y="410"/>
                    </a:cubicBezTo>
                    <a:cubicBezTo>
                      <a:pt x="823" y="270"/>
                      <a:pt x="624" y="91"/>
                      <a:pt x="405" y="12"/>
                    </a:cubicBezTo>
                    <a:cubicBezTo>
                      <a:pt x="378" y="4"/>
                      <a:pt x="352" y="0"/>
                      <a:pt x="327" y="0"/>
                    </a:cubicBezTo>
                    <a:close/>
                  </a:path>
                </a:pathLst>
              </a:custGeom>
              <a:solidFill>
                <a:srgbClr val="4243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740" name="Google Shape;5740;p28"/>
          <p:cNvGrpSpPr/>
          <p:nvPr/>
        </p:nvGrpSpPr>
        <p:grpSpPr>
          <a:xfrm flipH="1" rot="10800000">
            <a:off x="382655" y="2005899"/>
            <a:ext cx="98100" cy="107593"/>
            <a:chOff x="298495" y="3020846"/>
            <a:chExt cx="98100" cy="107593"/>
          </a:xfrm>
        </p:grpSpPr>
        <p:sp>
          <p:nvSpPr>
            <p:cNvPr id="5741" name="Google Shape;5741;p28"/>
            <p:cNvSpPr/>
            <p:nvPr/>
          </p:nvSpPr>
          <p:spPr>
            <a:xfrm rot="5400000">
              <a:off x="293749" y="3025592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2" name="Google Shape;5742;p28"/>
            <p:cNvSpPr/>
            <p:nvPr/>
          </p:nvSpPr>
          <p:spPr>
            <a:xfrm>
              <a:off x="333811" y="3060888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68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68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3" name="Google Shape;5743;p28"/>
          <p:cNvGrpSpPr/>
          <p:nvPr/>
        </p:nvGrpSpPr>
        <p:grpSpPr>
          <a:xfrm flipH="1" rot="10800000">
            <a:off x="84170" y="3013156"/>
            <a:ext cx="134691" cy="140500"/>
            <a:chOff x="10" y="1980682"/>
            <a:chExt cx="134691" cy="140500"/>
          </a:xfrm>
        </p:grpSpPr>
        <p:sp>
          <p:nvSpPr>
            <p:cNvPr id="5744" name="Google Shape;5744;p28"/>
            <p:cNvSpPr/>
            <p:nvPr/>
          </p:nvSpPr>
          <p:spPr>
            <a:xfrm rot="6625235">
              <a:off x="11392" y="199990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5" name="Google Shape;5745;p28"/>
            <p:cNvSpPr/>
            <p:nvPr/>
          </p:nvSpPr>
          <p:spPr>
            <a:xfrm>
              <a:off x="36344" y="2037182"/>
              <a:ext cx="27506" cy="27492"/>
            </a:xfrm>
            <a:custGeom>
              <a:rect b="b" l="l" r="r" t="t"/>
              <a:pathLst>
                <a:path extrusionOk="0" fill="none" h="2002" w="2003">
                  <a:moveTo>
                    <a:pt x="2002" y="1001"/>
                  </a:moveTo>
                  <a:cubicBezTo>
                    <a:pt x="2002" y="1535"/>
                    <a:pt x="1535" y="2002"/>
                    <a:pt x="1002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67"/>
                    <a:pt x="468" y="0"/>
                    <a:pt x="1002" y="0"/>
                  </a:cubicBezTo>
                  <a:cubicBezTo>
                    <a:pt x="1535" y="0"/>
                    <a:pt x="2002" y="467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6" name="Google Shape;5746;p28"/>
          <p:cNvGrpSpPr/>
          <p:nvPr/>
        </p:nvGrpSpPr>
        <p:grpSpPr>
          <a:xfrm flipH="1" rot="10800000">
            <a:off x="8264820" y="1293181"/>
            <a:ext cx="134691" cy="140500"/>
            <a:chOff x="8180660" y="3700657"/>
            <a:chExt cx="134691" cy="140500"/>
          </a:xfrm>
        </p:grpSpPr>
        <p:sp>
          <p:nvSpPr>
            <p:cNvPr id="5747" name="Google Shape;5747;p28"/>
            <p:cNvSpPr/>
            <p:nvPr/>
          </p:nvSpPr>
          <p:spPr>
            <a:xfrm rot="6625235">
              <a:off x="8192042" y="371988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8" name="Google Shape;5748;p28"/>
            <p:cNvSpPr/>
            <p:nvPr/>
          </p:nvSpPr>
          <p:spPr>
            <a:xfrm>
              <a:off x="8234245" y="37947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9" name="Google Shape;5749;p28"/>
          <p:cNvGrpSpPr/>
          <p:nvPr/>
        </p:nvGrpSpPr>
        <p:grpSpPr>
          <a:xfrm flipH="1" rot="10800000">
            <a:off x="8866870" y="1989431"/>
            <a:ext cx="134691" cy="140500"/>
            <a:chOff x="8782710" y="3004407"/>
            <a:chExt cx="134691" cy="140500"/>
          </a:xfrm>
        </p:grpSpPr>
        <p:sp>
          <p:nvSpPr>
            <p:cNvPr id="5750" name="Google Shape;5750;p28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1" name="Google Shape;5751;p28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52" name="Google Shape;5752;p28"/>
          <p:cNvGrpSpPr/>
          <p:nvPr/>
        </p:nvGrpSpPr>
        <p:grpSpPr>
          <a:xfrm flipH="1" rot="10800000">
            <a:off x="10" y="459595"/>
            <a:ext cx="139069" cy="132484"/>
            <a:chOff x="7193976" y="1915322"/>
            <a:chExt cx="139069" cy="132484"/>
          </a:xfrm>
        </p:grpSpPr>
        <p:sp>
          <p:nvSpPr>
            <p:cNvPr id="5753" name="Google Shape;5753;p28"/>
            <p:cNvSpPr/>
            <p:nvPr/>
          </p:nvSpPr>
          <p:spPr>
            <a:xfrm rot="1036744">
              <a:off x="7206779" y="1929838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4" name="Google Shape;5754;p28"/>
            <p:cNvSpPr/>
            <p:nvPr/>
          </p:nvSpPr>
          <p:spPr>
            <a:xfrm>
              <a:off x="7247480" y="1965520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68" y="2335"/>
                    <a:pt x="1" y="1768"/>
                    <a:pt x="1" y="1168"/>
                  </a:cubicBezTo>
                  <a:cubicBezTo>
                    <a:pt x="1" y="534"/>
                    <a:pt x="568" y="0"/>
                    <a:pt x="1168" y="0"/>
                  </a:cubicBezTo>
                  <a:cubicBezTo>
                    <a:pt x="1835" y="0"/>
                    <a:pt x="2336" y="467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55" name="Google Shape;5755;p28"/>
          <p:cNvGrpSpPr/>
          <p:nvPr/>
        </p:nvGrpSpPr>
        <p:grpSpPr>
          <a:xfrm flipH="1" rot="10800000">
            <a:off x="6872085" y="4641557"/>
            <a:ext cx="139069" cy="132484"/>
            <a:chOff x="6787926" y="360297"/>
            <a:chExt cx="139069" cy="132484"/>
          </a:xfrm>
        </p:grpSpPr>
        <p:sp>
          <p:nvSpPr>
            <p:cNvPr id="5756" name="Google Shape;5756;p28"/>
            <p:cNvSpPr/>
            <p:nvPr/>
          </p:nvSpPr>
          <p:spPr>
            <a:xfrm rot="1036744">
              <a:off x="6800729" y="374813"/>
              <a:ext cx="113462" cy="103451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7" name="Google Shape;5757;p28"/>
            <p:cNvSpPr/>
            <p:nvPr/>
          </p:nvSpPr>
          <p:spPr>
            <a:xfrm>
              <a:off x="6841421" y="410506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5" y="1168"/>
                  </a:moveTo>
                  <a:cubicBezTo>
                    <a:pt x="2335" y="1802"/>
                    <a:pt x="1801" y="2336"/>
                    <a:pt x="1168" y="2336"/>
                  </a:cubicBezTo>
                  <a:cubicBezTo>
                    <a:pt x="534" y="2336"/>
                    <a:pt x="0" y="1802"/>
                    <a:pt x="0" y="1168"/>
                  </a:cubicBezTo>
                  <a:cubicBezTo>
                    <a:pt x="0" y="535"/>
                    <a:pt x="534" y="1"/>
                    <a:pt x="1168" y="1"/>
                  </a:cubicBezTo>
                  <a:cubicBezTo>
                    <a:pt x="1801" y="1"/>
                    <a:pt x="2335" y="535"/>
                    <a:pt x="2335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58" name="Google Shape;5758;p28"/>
          <p:cNvGrpSpPr/>
          <p:nvPr/>
        </p:nvGrpSpPr>
        <p:grpSpPr>
          <a:xfrm flipH="1" rot="10800000">
            <a:off x="8925145" y="2872656"/>
            <a:ext cx="134691" cy="140500"/>
            <a:chOff x="3516385" y="421707"/>
            <a:chExt cx="134691" cy="140500"/>
          </a:xfrm>
        </p:grpSpPr>
        <p:sp>
          <p:nvSpPr>
            <p:cNvPr id="5759" name="Google Shape;5759;p28"/>
            <p:cNvSpPr/>
            <p:nvPr/>
          </p:nvSpPr>
          <p:spPr>
            <a:xfrm rot="6625235">
              <a:off x="3527767" y="4409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0" name="Google Shape;5760;p28"/>
            <p:cNvSpPr/>
            <p:nvPr/>
          </p:nvSpPr>
          <p:spPr>
            <a:xfrm>
              <a:off x="3569995" y="478199"/>
              <a:ext cx="27492" cy="27506"/>
            </a:xfrm>
            <a:custGeom>
              <a:rect b="b" l="l" r="r" t="t"/>
              <a:pathLst>
                <a:path extrusionOk="0" fill="none" h="2003" w="2002">
                  <a:moveTo>
                    <a:pt x="2002" y="1001"/>
                  </a:moveTo>
                  <a:cubicBezTo>
                    <a:pt x="2002" y="1568"/>
                    <a:pt x="1535" y="2002"/>
                    <a:pt x="1001" y="2002"/>
                  </a:cubicBezTo>
                  <a:cubicBezTo>
                    <a:pt x="468" y="2002"/>
                    <a:pt x="1" y="1568"/>
                    <a:pt x="1" y="1001"/>
                  </a:cubicBezTo>
                  <a:cubicBezTo>
                    <a:pt x="1" y="468"/>
                    <a:pt x="468" y="1"/>
                    <a:pt x="1001" y="1"/>
                  </a:cubicBezTo>
                  <a:cubicBezTo>
                    <a:pt x="1602" y="1"/>
                    <a:pt x="2002" y="468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61" name="Google Shape;5761;p28"/>
          <p:cNvGrpSpPr/>
          <p:nvPr/>
        </p:nvGrpSpPr>
        <p:grpSpPr>
          <a:xfrm flipH="1" rot="10800000">
            <a:off x="8237430" y="4276186"/>
            <a:ext cx="98100" cy="107593"/>
            <a:chOff x="7449370" y="2691508"/>
            <a:chExt cx="98100" cy="107593"/>
          </a:xfrm>
        </p:grpSpPr>
        <p:sp>
          <p:nvSpPr>
            <p:cNvPr id="5762" name="Google Shape;5762;p28"/>
            <p:cNvSpPr/>
            <p:nvPr/>
          </p:nvSpPr>
          <p:spPr>
            <a:xfrm rot="5400000">
              <a:off x="7444624" y="2696255"/>
              <a:ext cx="107593" cy="98100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3" name="Google Shape;5763;p28"/>
            <p:cNvSpPr/>
            <p:nvPr/>
          </p:nvSpPr>
          <p:spPr>
            <a:xfrm>
              <a:off x="7449379" y="2729267"/>
              <a:ext cx="32079" cy="32079"/>
            </a:xfrm>
            <a:custGeom>
              <a:rect b="b" l="l" r="r" t="t"/>
              <a:pathLst>
                <a:path extrusionOk="0" fill="none" h="2336" w="2336">
                  <a:moveTo>
                    <a:pt x="2336" y="1168"/>
                  </a:moveTo>
                  <a:cubicBezTo>
                    <a:pt x="2336" y="1768"/>
                    <a:pt x="1802" y="2335"/>
                    <a:pt x="1168" y="2335"/>
                  </a:cubicBezTo>
                  <a:cubicBezTo>
                    <a:pt x="535" y="2335"/>
                    <a:pt x="1" y="1768"/>
                    <a:pt x="1" y="1168"/>
                  </a:cubicBezTo>
                  <a:cubicBezTo>
                    <a:pt x="1" y="534"/>
                    <a:pt x="535" y="0"/>
                    <a:pt x="1168" y="0"/>
                  </a:cubicBezTo>
                  <a:cubicBezTo>
                    <a:pt x="1836" y="0"/>
                    <a:pt x="2336" y="534"/>
                    <a:pt x="2336" y="11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10000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64" name="Google Shape;5764;p28"/>
          <p:cNvGrpSpPr/>
          <p:nvPr/>
        </p:nvGrpSpPr>
        <p:grpSpPr>
          <a:xfrm flipH="1" rot="10800000">
            <a:off x="7692182" y="469206"/>
            <a:ext cx="134691" cy="140500"/>
            <a:chOff x="7608023" y="4524632"/>
            <a:chExt cx="134691" cy="140500"/>
          </a:xfrm>
        </p:grpSpPr>
        <p:sp>
          <p:nvSpPr>
            <p:cNvPr id="5765" name="Google Shape;5765;p28"/>
            <p:cNvSpPr/>
            <p:nvPr/>
          </p:nvSpPr>
          <p:spPr>
            <a:xfrm rot="6625235">
              <a:off x="7619405" y="4543855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6" name="Google Shape;5766;p28"/>
            <p:cNvSpPr/>
            <p:nvPr/>
          </p:nvSpPr>
          <p:spPr>
            <a:xfrm>
              <a:off x="7661620" y="4606568"/>
              <a:ext cx="27506" cy="27506"/>
            </a:xfrm>
            <a:custGeom>
              <a:rect b="b" l="l" r="r" t="t"/>
              <a:pathLst>
                <a:path extrusionOk="0" fill="none" h="2003" w="2003">
                  <a:moveTo>
                    <a:pt x="2002" y="1001"/>
                  </a:moveTo>
                  <a:cubicBezTo>
                    <a:pt x="2002" y="1535"/>
                    <a:pt x="1535" y="2002"/>
                    <a:pt x="1001" y="2002"/>
                  </a:cubicBezTo>
                  <a:cubicBezTo>
                    <a:pt x="468" y="2002"/>
                    <a:pt x="1" y="1535"/>
                    <a:pt x="1" y="1001"/>
                  </a:cubicBezTo>
                  <a:cubicBezTo>
                    <a:pt x="1" y="434"/>
                    <a:pt x="468" y="1"/>
                    <a:pt x="1001" y="1"/>
                  </a:cubicBezTo>
                  <a:cubicBezTo>
                    <a:pt x="1535" y="1"/>
                    <a:pt x="2002" y="434"/>
                    <a:pt x="2002" y="100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67" name="Google Shape;5767;p28"/>
          <p:cNvGrpSpPr/>
          <p:nvPr/>
        </p:nvGrpSpPr>
        <p:grpSpPr>
          <a:xfrm flipH="1" rot="10800000">
            <a:off x="1816295" y="4637544"/>
            <a:ext cx="134691" cy="140500"/>
            <a:chOff x="8782710" y="3004407"/>
            <a:chExt cx="134691" cy="140500"/>
          </a:xfrm>
        </p:grpSpPr>
        <p:sp>
          <p:nvSpPr>
            <p:cNvPr id="5768" name="Google Shape;5768;p28"/>
            <p:cNvSpPr/>
            <p:nvPr/>
          </p:nvSpPr>
          <p:spPr>
            <a:xfrm rot="6625235">
              <a:off x="8794092" y="3023630"/>
              <a:ext cx="111927" cy="102052"/>
            </a:xfrm>
            <a:custGeom>
              <a:rect b="b" l="l" r="r" t="t"/>
              <a:pathLst>
                <a:path extrusionOk="0" h="5932" w="6506">
                  <a:moveTo>
                    <a:pt x="3501" y="1"/>
                  </a:moveTo>
                  <a:cubicBezTo>
                    <a:pt x="3203" y="1"/>
                    <a:pt x="2925" y="20"/>
                    <a:pt x="2666" y="120"/>
                  </a:cubicBezTo>
                  <a:cubicBezTo>
                    <a:pt x="248" y="989"/>
                    <a:pt x="0" y="5932"/>
                    <a:pt x="2913" y="5932"/>
                  </a:cubicBezTo>
                  <a:cubicBezTo>
                    <a:pt x="3067" y="5932"/>
                    <a:pt x="3230" y="5918"/>
                    <a:pt x="3402" y="5889"/>
                  </a:cubicBezTo>
                  <a:cubicBezTo>
                    <a:pt x="6048" y="5471"/>
                    <a:pt x="6505" y="100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9" name="Google Shape;5769;p28"/>
            <p:cNvSpPr/>
            <p:nvPr/>
          </p:nvSpPr>
          <p:spPr>
            <a:xfrm>
              <a:off x="8815162" y="3060214"/>
              <a:ext cx="28413" cy="28866"/>
            </a:xfrm>
            <a:custGeom>
              <a:rect b="b" l="l" r="r" t="t"/>
              <a:pathLst>
                <a:path extrusionOk="0" fill="none" h="2102" w="2069">
                  <a:moveTo>
                    <a:pt x="2069" y="1068"/>
                  </a:moveTo>
                  <a:cubicBezTo>
                    <a:pt x="2069" y="1635"/>
                    <a:pt x="1602" y="2102"/>
                    <a:pt x="1035" y="2102"/>
                  </a:cubicBezTo>
                  <a:cubicBezTo>
                    <a:pt x="434" y="2102"/>
                    <a:pt x="1" y="1635"/>
                    <a:pt x="1" y="1068"/>
                  </a:cubicBezTo>
                  <a:cubicBezTo>
                    <a:pt x="1" y="467"/>
                    <a:pt x="434" y="0"/>
                    <a:pt x="1035" y="0"/>
                  </a:cubicBezTo>
                  <a:cubicBezTo>
                    <a:pt x="1602" y="0"/>
                    <a:pt x="2069" y="467"/>
                    <a:pt x="2069" y="1068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175">
              <a:solidFill>
                <a:srgbClr val="000000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HEADER_1">
    <p:bg>
      <p:bgPr>
        <a:solidFill>
          <a:schemeClr val="lt1"/>
        </a:solidFill>
      </p:bgPr>
    </p:bg>
    <p:spTree>
      <p:nvGrpSpPr>
        <p:cNvPr id="5770" name="Shape 5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1" name="Google Shape;5771;p29"/>
          <p:cNvSpPr txBox="1"/>
          <p:nvPr>
            <p:ph type="title"/>
          </p:nvPr>
        </p:nvSpPr>
        <p:spPr>
          <a:xfrm>
            <a:off x="250503" y="801575"/>
            <a:ext cx="86433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5772" name="Google Shape;5772;p29"/>
          <p:cNvSpPr txBox="1"/>
          <p:nvPr>
            <p:ph idx="1" type="subTitle"/>
          </p:nvPr>
        </p:nvSpPr>
        <p:spPr>
          <a:xfrm>
            <a:off x="1377400" y="2116150"/>
            <a:ext cx="6389400" cy="15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3">
    <p:spTree>
      <p:nvGrpSpPr>
        <p:cNvPr id="5773" name="Shape 5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4" name="Google Shape;5774;p30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5" name="Google Shape;5775;p30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76" name="Google Shape;5776;p30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77" name="Google Shape;5777;p30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778" name="Google Shape;5778;p30"/>
          <p:cNvSpPr txBox="1"/>
          <p:nvPr>
            <p:ph idx="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ermanent Marker"/>
              <a:buNone/>
              <a:defRPr sz="35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ermanent Marker"/>
              <a:buNone/>
              <a:defRPr sz="35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ermanent Marker"/>
              <a:buNone/>
              <a:defRPr sz="35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ermanent Marker"/>
              <a:buNone/>
              <a:defRPr sz="35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ermanent Marker"/>
              <a:buNone/>
              <a:defRPr sz="35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ermanent Marker"/>
              <a:buNone/>
              <a:defRPr sz="35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ermanent Marker"/>
              <a:buNone/>
              <a:defRPr sz="35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ermanent Marker"/>
              <a:buNone/>
              <a:defRPr sz="35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ermanent Marker"/>
              <a:buNone/>
              <a:defRPr sz="35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○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■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○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■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○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■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2" name="Shape 5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3" name="Google Shape;5783;p31"/>
          <p:cNvSpPr txBox="1"/>
          <p:nvPr>
            <p:ph type="ctrTitle"/>
          </p:nvPr>
        </p:nvSpPr>
        <p:spPr>
          <a:xfrm>
            <a:off x="692875" y="1423673"/>
            <a:ext cx="7713900" cy="16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CookAtlas</a:t>
            </a:r>
            <a:endParaRPr/>
          </a:p>
        </p:txBody>
      </p:sp>
      <p:sp>
        <p:nvSpPr>
          <p:cNvPr id="5784" name="Google Shape;5784;p31"/>
          <p:cNvSpPr txBox="1"/>
          <p:nvPr>
            <p:ph idx="1" type="subTitle"/>
          </p:nvPr>
        </p:nvSpPr>
        <p:spPr>
          <a:xfrm>
            <a:off x="2370325" y="2767913"/>
            <a:ext cx="4359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Alek Breitenbach, Ethan Twombly, Jack Moore, Josh Lee, Lukyan Sukhachevskyi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8" name="Shape 5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9" name="Google Shape;5789;p32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Idea</a:t>
            </a:r>
            <a:endParaRPr/>
          </a:p>
        </p:txBody>
      </p:sp>
      <p:sp>
        <p:nvSpPr>
          <p:cNvPr id="5790" name="Google Shape;5790;p32"/>
          <p:cNvSpPr txBox="1"/>
          <p:nvPr>
            <p:ph type="title"/>
          </p:nvPr>
        </p:nvSpPr>
        <p:spPr>
          <a:xfrm>
            <a:off x="720000" y="1541775"/>
            <a:ext cx="33735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/>
              <a:t>Easy Recipe Searching</a:t>
            </a:r>
            <a:endParaRPr/>
          </a:p>
        </p:txBody>
      </p:sp>
      <p:sp>
        <p:nvSpPr>
          <p:cNvPr id="5791" name="Google Shape;5791;p32"/>
          <p:cNvSpPr txBox="1"/>
          <p:nvPr>
            <p:ph idx="1" type="subTitle"/>
          </p:nvPr>
        </p:nvSpPr>
        <p:spPr>
          <a:xfrm>
            <a:off x="4757350" y="1325625"/>
            <a:ext cx="3175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recipes that match your ingredients and skill level</a:t>
            </a:r>
            <a:endParaRPr sz="800"/>
          </a:p>
        </p:txBody>
      </p:sp>
      <p:sp>
        <p:nvSpPr>
          <p:cNvPr id="5792" name="Google Shape;5792;p32"/>
          <p:cNvSpPr txBox="1"/>
          <p:nvPr>
            <p:ph idx="2" type="title"/>
          </p:nvPr>
        </p:nvSpPr>
        <p:spPr>
          <a:xfrm>
            <a:off x="720000" y="2501550"/>
            <a:ext cx="33735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/>
              <a:t>Save your favorites</a:t>
            </a:r>
            <a:endParaRPr/>
          </a:p>
        </p:txBody>
      </p:sp>
      <p:sp>
        <p:nvSpPr>
          <p:cNvPr id="5793" name="Google Shape;5793;p32"/>
          <p:cNvSpPr txBox="1"/>
          <p:nvPr>
            <p:ph idx="3" type="subTitle"/>
          </p:nvPr>
        </p:nvSpPr>
        <p:spPr>
          <a:xfrm>
            <a:off x="4757350" y="2285400"/>
            <a:ext cx="3175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Bookmark recipes you want to save or revisit</a:t>
            </a:r>
            <a:endParaRPr/>
          </a:p>
        </p:txBody>
      </p:sp>
      <p:sp>
        <p:nvSpPr>
          <p:cNvPr id="5794" name="Google Shape;5794;p32"/>
          <p:cNvSpPr txBox="1"/>
          <p:nvPr>
            <p:ph idx="4" type="title"/>
          </p:nvPr>
        </p:nvSpPr>
        <p:spPr>
          <a:xfrm>
            <a:off x="720000" y="3529825"/>
            <a:ext cx="33735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/>
              <a:t>Extensive tags</a:t>
            </a:r>
            <a:endParaRPr/>
          </a:p>
        </p:txBody>
      </p:sp>
      <p:sp>
        <p:nvSpPr>
          <p:cNvPr id="5795" name="Google Shape;5795;p32"/>
          <p:cNvSpPr txBox="1"/>
          <p:nvPr>
            <p:ph idx="5" type="subTitle"/>
          </p:nvPr>
        </p:nvSpPr>
        <p:spPr>
          <a:xfrm>
            <a:off x="4757350" y="3313675"/>
            <a:ext cx="3175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Tags to filter your search by whatever criteria you want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9" name="Shape 5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0" name="Google Shape;5800;p33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Features</a:t>
            </a:r>
            <a:endParaRPr/>
          </a:p>
        </p:txBody>
      </p:sp>
      <p:sp>
        <p:nvSpPr>
          <p:cNvPr id="5801" name="Google Shape;5801;p33"/>
          <p:cNvSpPr txBox="1"/>
          <p:nvPr>
            <p:ph type="title"/>
          </p:nvPr>
        </p:nvSpPr>
        <p:spPr>
          <a:xfrm>
            <a:off x="720000" y="1541775"/>
            <a:ext cx="33735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/>
              <a:t>Social element</a:t>
            </a:r>
            <a:endParaRPr/>
          </a:p>
        </p:txBody>
      </p:sp>
      <p:sp>
        <p:nvSpPr>
          <p:cNvPr id="5802" name="Google Shape;5802;p33"/>
          <p:cNvSpPr txBox="1"/>
          <p:nvPr>
            <p:ph idx="1" type="subTitle"/>
          </p:nvPr>
        </p:nvSpPr>
        <p:spPr>
          <a:xfrm>
            <a:off x="4757350" y="1325625"/>
            <a:ext cx="3175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recipes, </a:t>
            </a:r>
            <a:r>
              <a:rPr lang="en"/>
              <a:t>and certain users can review and upload their own</a:t>
            </a:r>
            <a:endParaRPr sz="800"/>
          </a:p>
        </p:txBody>
      </p:sp>
      <p:sp>
        <p:nvSpPr>
          <p:cNvPr id="5803" name="Google Shape;5803;p33"/>
          <p:cNvSpPr txBox="1"/>
          <p:nvPr>
            <p:ph idx="2" type="title"/>
          </p:nvPr>
        </p:nvSpPr>
        <p:spPr>
          <a:xfrm>
            <a:off x="720000" y="2501550"/>
            <a:ext cx="33735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/>
              <a:t>Shopping list </a:t>
            </a:r>
            <a:endParaRPr/>
          </a:p>
        </p:txBody>
      </p:sp>
      <p:sp>
        <p:nvSpPr>
          <p:cNvPr id="5804" name="Google Shape;5804;p33"/>
          <p:cNvSpPr txBox="1"/>
          <p:nvPr>
            <p:ph idx="3" type="subTitle"/>
          </p:nvPr>
        </p:nvSpPr>
        <p:spPr>
          <a:xfrm>
            <a:off x="4757350" y="2285400"/>
            <a:ext cx="3175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recipes to generate an ingredient shopping list</a:t>
            </a:r>
            <a:endParaRPr/>
          </a:p>
        </p:txBody>
      </p:sp>
      <p:sp>
        <p:nvSpPr>
          <p:cNvPr id="5805" name="Google Shape;5805;p33"/>
          <p:cNvSpPr txBox="1"/>
          <p:nvPr>
            <p:ph idx="4" type="title"/>
          </p:nvPr>
        </p:nvSpPr>
        <p:spPr>
          <a:xfrm>
            <a:off x="720000" y="3529825"/>
            <a:ext cx="33735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/>
              <a:t>Meal Planner</a:t>
            </a:r>
            <a:endParaRPr/>
          </a:p>
        </p:txBody>
      </p:sp>
      <p:sp>
        <p:nvSpPr>
          <p:cNvPr id="5806" name="Google Shape;5806;p33"/>
          <p:cNvSpPr txBox="1"/>
          <p:nvPr>
            <p:ph idx="5" type="subTitle"/>
          </p:nvPr>
        </p:nvSpPr>
        <p:spPr>
          <a:xfrm>
            <a:off x="4757350" y="3313675"/>
            <a:ext cx="3175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 a meal plan based on their </a:t>
            </a:r>
            <a:r>
              <a:rPr lang="en"/>
              <a:t>dietary preferences, available ingredients, and schedule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0" name="Shape 5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1" name="Google Shape;5811;p34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5812" name="Google Shape;5812;p34"/>
          <p:cNvSpPr txBox="1"/>
          <p:nvPr>
            <p:ph type="title"/>
          </p:nvPr>
        </p:nvSpPr>
        <p:spPr>
          <a:xfrm>
            <a:off x="720000" y="1286300"/>
            <a:ext cx="33735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/>
              <a:t>backend</a:t>
            </a:r>
            <a:endParaRPr/>
          </a:p>
        </p:txBody>
      </p:sp>
      <p:sp>
        <p:nvSpPr>
          <p:cNvPr id="5813" name="Google Shape;5813;p34"/>
          <p:cNvSpPr txBox="1"/>
          <p:nvPr>
            <p:ph idx="1" type="subTitle"/>
          </p:nvPr>
        </p:nvSpPr>
        <p:spPr>
          <a:xfrm>
            <a:off x="4757350" y="1070150"/>
            <a:ext cx="3175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Node.js / Express </a:t>
            </a:r>
            <a:endParaRPr sz="800"/>
          </a:p>
        </p:txBody>
      </p:sp>
      <p:sp>
        <p:nvSpPr>
          <p:cNvPr id="5814" name="Google Shape;5814;p34"/>
          <p:cNvSpPr txBox="1"/>
          <p:nvPr>
            <p:ph idx="2" type="title"/>
          </p:nvPr>
        </p:nvSpPr>
        <p:spPr>
          <a:xfrm>
            <a:off x="720000" y="1999100"/>
            <a:ext cx="33735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/>
              <a:t>frontend</a:t>
            </a:r>
            <a:endParaRPr/>
          </a:p>
        </p:txBody>
      </p:sp>
      <p:sp>
        <p:nvSpPr>
          <p:cNvPr id="5815" name="Google Shape;5815;p34"/>
          <p:cNvSpPr txBox="1"/>
          <p:nvPr>
            <p:ph idx="3" type="subTitle"/>
          </p:nvPr>
        </p:nvSpPr>
        <p:spPr>
          <a:xfrm>
            <a:off x="4757350" y="1782950"/>
            <a:ext cx="3175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</a:t>
            </a:r>
            <a:endParaRPr/>
          </a:p>
        </p:txBody>
      </p:sp>
      <p:sp>
        <p:nvSpPr>
          <p:cNvPr id="5816" name="Google Shape;5816;p34"/>
          <p:cNvSpPr txBox="1"/>
          <p:nvPr>
            <p:ph idx="4" type="title"/>
          </p:nvPr>
        </p:nvSpPr>
        <p:spPr>
          <a:xfrm>
            <a:off x="720000" y="2933725"/>
            <a:ext cx="3373500" cy="14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/>
              <a:t>Database</a:t>
            </a:r>
            <a:endParaRPr/>
          </a:p>
        </p:txBody>
      </p:sp>
      <p:sp>
        <p:nvSpPr>
          <p:cNvPr id="5817" name="Google Shape;5817;p34"/>
          <p:cNvSpPr txBox="1"/>
          <p:nvPr>
            <p:ph idx="5" type="subTitle"/>
          </p:nvPr>
        </p:nvSpPr>
        <p:spPr>
          <a:xfrm>
            <a:off x="4757350" y="2717575"/>
            <a:ext cx="3175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Postgresql</a:t>
            </a:r>
            <a:endParaRPr/>
          </a:p>
        </p:txBody>
      </p:sp>
      <p:sp>
        <p:nvSpPr>
          <p:cNvPr id="5818" name="Google Shape;5818;p34"/>
          <p:cNvSpPr txBox="1"/>
          <p:nvPr/>
        </p:nvSpPr>
        <p:spPr>
          <a:xfrm>
            <a:off x="614000" y="3723150"/>
            <a:ext cx="34794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ermanent Marker"/>
              <a:buChar char="-"/>
            </a:pPr>
            <a:r>
              <a:rPr lang="en" sz="20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authentication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819" name="Google Shape;5819;p34"/>
          <p:cNvSpPr txBox="1"/>
          <p:nvPr/>
        </p:nvSpPr>
        <p:spPr>
          <a:xfrm>
            <a:off x="4803775" y="3723150"/>
            <a:ext cx="29550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Bcrypt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3" name="Shape 5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4" name="Google Shape;5824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Diagram</a:t>
            </a:r>
            <a:endParaRPr/>
          </a:p>
        </p:txBody>
      </p:sp>
      <p:pic>
        <p:nvPicPr>
          <p:cNvPr id="5825" name="Google Shape;5825;p35" title="updatedERe.png"/>
          <p:cNvPicPr preferRelativeResize="0"/>
          <p:nvPr/>
        </p:nvPicPr>
        <p:blipFill rotWithShape="1">
          <a:blip r:embed="rId3">
            <a:alphaModFix/>
          </a:blip>
          <a:srcRect b="-1999" l="-500" r="499" t="2000"/>
          <a:stretch/>
        </p:blipFill>
        <p:spPr>
          <a:xfrm>
            <a:off x="203475" y="940150"/>
            <a:ext cx="8561664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9" name="Shape 5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0" name="Google Shape;5830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Schema</a:t>
            </a:r>
            <a:endParaRPr/>
          </a:p>
        </p:txBody>
      </p:sp>
      <p:pic>
        <p:nvPicPr>
          <p:cNvPr id="5831" name="Google Shape;5831;p36" title="cookatlasschemaNoBG.png"/>
          <p:cNvPicPr preferRelativeResize="0"/>
          <p:nvPr/>
        </p:nvPicPr>
        <p:blipFill rotWithShape="1">
          <a:blip r:embed="rId3">
            <a:alphaModFix/>
          </a:blip>
          <a:srcRect b="0" l="0" r="0" t="1244"/>
          <a:stretch/>
        </p:blipFill>
        <p:spPr>
          <a:xfrm>
            <a:off x="1036325" y="1141350"/>
            <a:ext cx="7071351" cy="33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5" name="Shape 5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" name="Google Shape;5836;p37"/>
          <p:cNvSpPr txBox="1"/>
          <p:nvPr>
            <p:ph type="title"/>
          </p:nvPr>
        </p:nvSpPr>
        <p:spPr>
          <a:xfrm>
            <a:off x="715100" y="1307100"/>
            <a:ext cx="77139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uctures base template">
  <a:themeElements>
    <a:clrScheme name="Simple Light">
      <a:dk1>
        <a:srgbClr val="42434B"/>
      </a:dk1>
      <a:lt1>
        <a:srgbClr val="FFFFFF"/>
      </a:lt1>
      <a:dk2>
        <a:srgbClr val="F5F5F5"/>
      </a:dk2>
      <a:lt2>
        <a:srgbClr val="FCDF96"/>
      </a:lt2>
      <a:accent1>
        <a:srgbClr val="FFC99B"/>
      </a:accent1>
      <a:accent2>
        <a:srgbClr val="A4E0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243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